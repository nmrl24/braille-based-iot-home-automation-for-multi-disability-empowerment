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60" r:id="rId2"/>
    <p:sldId id="290" r:id="rId3"/>
    <p:sldId id="289" r:id="rId4"/>
    <p:sldId id="271" r:id="rId5"/>
    <p:sldId id="272" r:id="rId6"/>
    <p:sldId id="277" r:id="rId7"/>
    <p:sldId id="276" r:id="rId8"/>
    <p:sldId id="275" r:id="rId9"/>
    <p:sldId id="256" r:id="rId10"/>
    <p:sldId id="257" r:id="rId11"/>
    <p:sldId id="278" r:id="rId12"/>
    <p:sldId id="258" r:id="rId13"/>
    <p:sldId id="280" r:id="rId14"/>
    <p:sldId id="286" r:id="rId15"/>
    <p:sldId id="259" r:id="rId16"/>
    <p:sldId id="279" r:id="rId17"/>
    <p:sldId id="281" r:id="rId18"/>
    <p:sldId id="283" r:id="rId19"/>
    <p:sldId id="287" r:id="rId20"/>
    <p:sldId id="262" r:id="rId21"/>
    <p:sldId id="288" r:id="rId22"/>
    <p:sldId id="282" r:id="rId23"/>
  </p:sldIdLst>
  <p:sldSz cx="12192000" cy="6859588"/>
  <p:notesSz cx="6859588" cy="12192000"/>
  <p:embeddedFontLst>
    <p:embeddedFont>
      <p:font typeface="Microsoft YaHei" panose="020B0503020204020204" pitchFamily="34" charset="-122"/>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9E"/>
    <a:srgbClr val="4B5463"/>
    <a:srgbClr val="374151"/>
    <a:srgbClr val="00B0F0"/>
    <a:srgbClr val="CCECFF"/>
    <a:srgbClr val="BB9AC0"/>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CF68E3-61FC-46C1-ADF2-CA0B74D0E3FB}" v="39" dt="2026-03-06T06:50:12.09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 SRINIVASRAO" userId="e4f6f2814eeb4795" providerId="LiveId" clId="{05A08CEC-94E1-415A-B6BD-F1840C55E903}"/>
    <pc:docChg chg="undo custSel addSld delSld modSld sldOrd">
      <pc:chgData name="N SRINIVASRAO" userId="e4f6f2814eeb4795" providerId="LiveId" clId="{05A08CEC-94E1-415A-B6BD-F1840C55E903}" dt="2026-03-06T07:00:01.659" v="1124" actId="47"/>
      <pc:docMkLst>
        <pc:docMk/>
      </pc:docMkLst>
      <pc:sldChg chg="addSp delSp modSp mod">
        <pc:chgData name="N SRINIVASRAO" userId="e4f6f2814eeb4795" providerId="LiveId" clId="{05A08CEC-94E1-415A-B6BD-F1840C55E903}" dt="2026-03-05T06:28:52.823" v="1027" actId="1076"/>
        <pc:sldMkLst>
          <pc:docMk/>
          <pc:sldMk cId="0" sldId="256"/>
        </pc:sldMkLst>
        <pc:spChg chg="mod">
          <ac:chgData name="N SRINIVASRAO" userId="e4f6f2814eeb4795" providerId="LiveId" clId="{05A08CEC-94E1-415A-B6BD-F1840C55E903}" dt="2026-02-10T15:13:32.244" v="320" actId="12788"/>
          <ac:spMkLst>
            <pc:docMk/>
            <pc:sldMk cId="0" sldId="256"/>
            <ac:spMk id="3" creationId="{00000000-0000-0000-0000-000000000000}"/>
          </ac:spMkLst>
        </pc:spChg>
        <pc:spChg chg="mod">
          <ac:chgData name="N SRINIVASRAO" userId="e4f6f2814eeb4795" providerId="LiveId" clId="{05A08CEC-94E1-415A-B6BD-F1840C55E903}" dt="2026-02-10T16:00:07.117" v="504" actId="2711"/>
          <ac:spMkLst>
            <pc:docMk/>
            <pc:sldMk cId="0" sldId="256"/>
            <ac:spMk id="4" creationId="{00000000-0000-0000-0000-000000000000}"/>
          </ac:spMkLst>
        </pc:spChg>
        <pc:spChg chg="mod">
          <ac:chgData name="N SRINIVASRAO" userId="e4f6f2814eeb4795" providerId="LiveId" clId="{05A08CEC-94E1-415A-B6BD-F1840C55E903}" dt="2026-02-10T16:00:07.117" v="504" actId="2711"/>
          <ac:spMkLst>
            <pc:docMk/>
            <pc:sldMk cId="0" sldId="256"/>
            <ac:spMk id="6" creationId="{00000000-0000-0000-0000-000000000000}"/>
          </ac:spMkLst>
        </pc:spChg>
        <pc:spChg chg="mod">
          <ac:chgData name="N SRINIVASRAO" userId="e4f6f2814eeb4795" providerId="LiveId" clId="{05A08CEC-94E1-415A-B6BD-F1840C55E903}" dt="2026-02-10T14:56:30.363" v="234" actId="207"/>
          <ac:spMkLst>
            <pc:docMk/>
            <pc:sldMk cId="0" sldId="256"/>
            <ac:spMk id="8" creationId="{00000000-0000-0000-0000-000000000000}"/>
          </ac:spMkLst>
        </pc:spChg>
        <pc:spChg chg="mod">
          <ac:chgData name="N SRINIVASRAO" userId="e4f6f2814eeb4795" providerId="LiveId" clId="{05A08CEC-94E1-415A-B6BD-F1840C55E903}" dt="2026-02-10T16:00:07.117" v="504" actId="2711"/>
          <ac:spMkLst>
            <pc:docMk/>
            <pc:sldMk cId="0" sldId="256"/>
            <ac:spMk id="9" creationId="{00000000-0000-0000-0000-000000000000}"/>
          </ac:spMkLst>
        </pc:spChg>
        <pc:spChg chg="mod">
          <ac:chgData name="N SRINIVASRAO" userId="e4f6f2814eeb4795" providerId="LiveId" clId="{05A08CEC-94E1-415A-B6BD-F1840C55E903}" dt="2026-02-10T16:00:07.117" v="504" actId="2711"/>
          <ac:spMkLst>
            <pc:docMk/>
            <pc:sldMk cId="0" sldId="256"/>
            <ac:spMk id="14" creationId="{00000000-0000-0000-0000-000000000000}"/>
          </ac:spMkLst>
        </pc:spChg>
        <pc:spChg chg="mod">
          <ac:chgData name="N SRINIVASRAO" userId="e4f6f2814eeb4795" providerId="LiveId" clId="{05A08CEC-94E1-415A-B6BD-F1840C55E903}" dt="2026-02-10T16:00:07.117" v="504" actId="2711"/>
          <ac:spMkLst>
            <pc:docMk/>
            <pc:sldMk cId="0" sldId="256"/>
            <ac:spMk id="17" creationId="{00000000-0000-0000-0000-000000000000}"/>
          </ac:spMkLst>
        </pc:spChg>
        <pc:spChg chg="mod">
          <ac:chgData name="N SRINIVASRAO" userId="e4f6f2814eeb4795" providerId="LiveId" clId="{05A08CEC-94E1-415A-B6BD-F1840C55E903}" dt="2026-02-10T16:00:07.117" v="504" actId="2711"/>
          <ac:spMkLst>
            <pc:docMk/>
            <pc:sldMk cId="0" sldId="256"/>
            <ac:spMk id="19" creationId="{00000000-0000-0000-0000-000000000000}"/>
          </ac:spMkLst>
        </pc:spChg>
        <pc:spChg chg="mod">
          <ac:chgData name="N SRINIVASRAO" userId="e4f6f2814eeb4795" providerId="LiveId" clId="{05A08CEC-94E1-415A-B6BD-F1840C55E903}" dt="2026-02-10T16:00:07.117" v="504" actId="2711"/>
          <ac:spMkLst>
            <pc:docMk/>
            <pc:sldMk cId="0" sldId="256"/>
            <ac:spMk id="21" creationId="{00000000-0000-0000-0000-000000000000}"/>
          </ac:spMkLst>
        </pc:spChg>
        <pc:spChg chg="mod">
          <ac:chgData name="N SRINIVASRAO" userId="e4f6f2814eeb4795" providerId="LiveId" clId="{05A08CEC-94E1-415A-B6BD-F1840C55E903}" dt="2026-02-10T16:00:07.117" v="504" actId="2711"/>
          <ac:spMkLst>
            <pc:docMk/>
            <pc:sldMk cId="0" sldId="256"/>
            <ac:spMk id="23" creationId="{00000000-0000-0000-0000-000000000000}"/>
          </ac:spMkLst>
        </pc:spChg>
        <pc:spChg chg="mod">
          <ac:chgData name="N SRINIVASRAO" userId="e4f6f2814eeb4795" providerId="LiveId" clId="{05A08CEC-94E1-415A-B6BD-F1840C55E903}" dt="2026-02-10T16:00:07.117" v="504" actId="2711"/>
          <ac:spMkLst>
            <pc:docMk/>
            <pc:sldMk cId="0" sldId="256"/>
            <ac:spMk id="24" creationId="{00000000-0000-0000-0000-000000000000}"/>
          </ac:spMkLst>
        </pc:spChg>
        <pc:spChg chg="mod">
          <ac:chgData name="N SRINIVASRAO" userId="e4f6f2814eeb4795" providerId="LiveId" clId="{05A08CEC-94E1-415A-B6BD-F1840C55E903}" dt="2026-02-10T16:00:07.117" v="504" actId="2711"/>
          <ac:spMkLst>
            <pc:docMk/>
            <pc:sldMk cId="0" sldId="256"/>
            <ac:spMk id="29" creationId="{00000000-0000-0000-0000-000000000000}"/>
          </ac:spMkLst>
        </pc:spChg>
        <pc:picChg chg="del">
          <ac:chgData name="N SRINIVASRAO" userId="e4f6f2814eeb4795" providerId="LiveId" clId="{05A08CEC-94E1-415A-B6BD-F1840C55E903}" dt="2026-03-05T06:28:23.101" v="1023" actId="478"/>
          <ac:picMkLst>
            <pc:docMk/>
            <pc:sldMk cId="0" sldId="256"/>
            <ac:picMk id="1026" creationId="{90DBB3B7-D300-6C1C-74B5-0C622F3CA747}"/>
          </ac:picMkLst>
        </pc:picChg>
        <pc:picChg chg="add mod">
          <ac:chgData name="N SRINIVASRAO" userId="e4f6f2814eeb4795" providerId="LiveId" clId="{05A08CEC-94E1-415A-B6BD-F1840C55E903}" dt="2026-03-05T06:28:52.823" v="1027" actId="1076"/>
          <ac:picMkLst>
            <pc:docMk/>
            <pc:sldMk cId="0" sldId="256"/>
            <ac:picMk id="3074" creationId="{09963A45-B1BB-7AFA-1311-19AEFD62C088}"/>
          </ac:picMkLst>
        </pc:picChg>
      </pc:sldChg>
      <pc:sldChg chg="modSp mod">
        <pc:chgData name="N SRINIVASRAO" userId="e4f6f2814eeb4795" providerId="LiveId" clId="{05A08CEC-94E1-415A-B6BD-F1840C55E903}" dt="2026-02-10T15:59:58.703" v="503" actId="2711"/>
        <pc:sldMkLst>
          <pc:docMk/>
          <pc:sldMk cId="0" sldId="257"/>
        </pc:sldMkLst>
        <pc:spChg chg="mod">
          <ac:chgData name="N SRINIVASRAO" userId="e4f6f2814eeb4795" providerId="LiveId" clId="{05A08CEC-94E1-415A-B6BD-F1840C55E903}" dt="2026-02-10T15:13:22.176" v="319" actId="12788"/>
          <ac:spMkLst>
            <pc:docMk/>
            <pc:sldMk cId="0" sldId="257"/>
            <ac:spMk id="3" creationId="{00000000-0000-0000-0000-000000000000}"/>
          </ac:spMkLst>
        </pc:spChg>
        <pc:spChg chg="mod">
          <ac:chgData name="N SRINIVASRAO" userId="e4f6f2814eeb4795" providerId="LiveId" clId="{05A08CEC-94E1-415A-B6BD-F1840C55E903}" dt="2026-02-10T15:59:58.703" v="503" actId="2711"/>
          <ac:spMkLst>
            <pc:docMk/>
            <pc:sldMk cId="0" sldId="257"/>
            <ac:spMk id="14" creationId="{00000000-0000-0000-0000-000000000000}"/>
          </ac:spMkLst>
        </pc:spChg>
        <pc:spChg chg="mod">
          <ac:chgData name="N SRINIVASRAO" userId="e4f6f2814eeb4795" providerId="LiveId" clId="{05A08CEC-94E1-415A-B6BD-F1840C55E903}" dt="2026-02-10T15:59:58.703" v="503" actId="2711"/>
          <ac:spMkLst>
            <pc:docMk/>
            <pc:sldMk cId="0" sldId="257"/>
            <ac:spMk id="18" creationId="{00000000-0000-0000-0000-000000000000}"/>
          </ac:spMkLst>
        </pc:spChg>
        <pc:spChg chg="mod">
          <ac:chgData name="N SRINIVASRAO" userId="e4f6f2814eeb4795" providerId="LiveId" clId="{05A08CEC-94E1-415A-B6BD-F1840C55E903}" dt="2026-02-10T15:59:58.703" v="503" actId="2711"/>
          <ac:spMkLst>
            <pc:docMk/>
            <pc:sldMk cId="0" sldId="257"/>
            <ac:spMk id="26" creationId="{00000000-0000-0000-0000-000000000000}"/>
          </ac:spMkLst>
        </pc:spChg>
        <pc:spChg chg="mod">
          <ac:chgData name="N SRINIVASRAO" userId="e4f6f2814eeb4795" providerId="LiveId" clId="{05A08CEC-94E1-415A-B6BD-F1840C55E903}" dt="2026-02-10T15:59:58.703" v="503" actId="2711"/>
          <ac:spMkLst>
            <pc:docMk/>
            <pc:sldMk cId="0" sldId="257"/>
            <ac:spMk id="32" creationId="{00000000-0000-0000-0000-000000000000}"/>
          </ac:spMkLst>
        </pc:spChg>
        <pc:spChg chg="mod">
          <ac:chgData name="N SRINIVASRAO" userId="e4f6f2814eeb4795" providerId="LiveId" clId="{05A08CEC-94E1-415A-B6BD-F1840C55E903}" dt="2026-02-10T15:59:58.703" v="503" actId="2711"/>
          <ac:spMkLst>
            <pc:docMk/>
            <pc:sldMk cId="0" sldId="257"/>
            <ac:spMk id="33" creationId="{00000000-0000-0000-0000-000000000000}"/>
          </ac:spMkLst>
        </pc:spChg>
        <pc:spChg chg="mod">
          <ac:chgData name="N SRINIVASRAO" userId="e4f6f2814eeb4795" providerId="LiveId" clId="{05A08CEC-94E1-415A-B6BD-F1840C55E903}" dt="2026-02-10T15:59:58.703" v="503" actId="2711"/>
          <ac:spMkLst>
            <pc:docMk/>
            <pc:sldMk cId="0" sldId="257"/>
            <ac:spMk id="38" creationId="{00000000-0000-0000-0000-000000000000}"/>
          </ac:spMkLst>
        </pc:spChg>
        <pc:spChg chg="mod">
          <ac:chgData name="N SRINIVASRAO" userId="e4f6f2814eeb4795" providerId="LiveId" clId="{05A08CEC-94E1-415A-B6BD-F1840C55E903}" dt="2026-02-10T15:59:58.703" v="503" actId="2711"/>
          <ac:spMkLst>
            <pc:docMk/>
            <pc:sldMk cId="0" sldId="257"/>
            <ac:spMk id="39" creationId="{00000000-0000-0000-0000-000000000000}"/>
          </ac:spMkLst>
        </pc:spChg>
        <pc:spChg chg="mod">
          <ac:chgData name="N SRINIVASRAO" userId="e4f6f2814eeb4795" providerId="LiveId" clId="{05A08CEC-94E1-415A-B6BD-F1840C55E903}" dt="2026-02-10T15:59:58.703" v="503" actId="2711"/>
          <ac:spMkLst>
            <pc:docMk/>
            <pc:sldMk cId="0" sldId="257"/>
            <ac:spMk id="44" creationId="{00000000-0000-0000-0000-000000000000}"/>
          </ac:spMkLst>
        </pc:spChg>
        <pc:spChg chg="mod">
          <ac:chgData name="N SRINIVASRAO" userId="e4f6f2814eeb4795" providerId="LiveId" clId="{05A08CEC-94E1-415A-B6BD-F1840C55E903}" dt="2026-02-10T15:59:58.703" v="503" actId="2711"/>
          <ac:spMkLst>
            <pc:docMk/>
            <pc:sldMk cId="0" sldId="257"/>
            <ac:spMk id="49" creationId="{00000000-0000-0000-0000-000000000000}"/>
          </ac:spMkLst>
        </pc:spChg>
        <pc:spChg chg="mod">
          <ac:chgData name="N SRINIVASRAO" userId="e4f6f2814eeb4795" providerId="LiveId" clId="{05A08CEC-94E1-415A-B6BD-F1840C55E903}" dt="2026-02-10T15:59:58.703" v="503" actId="2711"/>
          <ac:spMkLst>
            <pc:docMk/>
            <pc:sldMk cId="0" sldId="257"/>
            <ac:spMk id="53" creationId="{00000000-0000-0000-0000-000000000000}"/>
          </ac:spMkLst>
        </pc:spChg>
      </pc:sldChg>
      <pc:sldChg chg="addSp delSp modSp mod">
        <pc:chgData name="N SRINIVASRAO" userId="e4f6f2814eeb4795" providerId="LiveId" clId="{05A08CEC-94E1-415A-B6BD-F1840C55E903}" dt="2026-02-11T05:52:32.837" v="990" actId="20577"/>
        <pc:sldMkLst>
          <pc:docMk/>
          <pc:sldMk cId="0" sldId="258"/>
        </pc:sldMkLst>
        <pc:spChg chg="add mod">
          <ac:chgData name="N SRINIVASRAO" userId="e4f6f2814eeb4795" providerId="LiveId" clId="{05A08CEC-94E1-415A-B6BD-F1840C55E903}" dt="2026-02-10T15:07:44.035" v="293"/>
          <ac:spMkLst>
            <pc:docMk/>
            <pc:sldMk cId="0" sldId="258"/>
            <ac:spMk id="2" creationId="{0FFCAD17-5752-A6D0-117E-220CA0578F7C}"/>
          </ac:spMkLst>
        </pc:spChg>
        <pc:spChg chg="mod">
          <ac:chgData name="N SRINIVASRAO" userId="e4f6f2814eeb4795" providerId="LiveId" clId="{05A08CEC-94E1-415A-B6BD-F1840C55E903}" dt="2026-02-10T15:35:42.113" v="412" actId="12788"/>
          <ac:spMkLst>
            <pc:docMk/>
            <pc:sldMk cId="0" sldId="258"/>
            <ac:spMk id="3" creationId="{00000000-0000-0000-0000-000000000000}"/>
          </ac:spMkLst>
        </pc:spChg>
        <pc:spChg chg="mod">
          <ac:chgData name="N SRINIVASRAO" userId="e4f6f2814eeb4795" providerId="LiveId" clId="{05A08CEC-94E1-415A-B6BD-F1840C55E903}" dt="2026-02-10T15:08:22.027" v="294" actId="207"/>
          <ac:spMkLst>
            <pc:docMk/>
            <pc:sldMk cId="0" sldId="258"/>
            <ac:spMk id="25" creationId="{F7B365A4-2E57-6A60-2868-F6913CB8F557}"/>
          </ac:spMkLst>
        </pc:spChg>
        <pc:spChg chg="mod">
          <ac:chgData name="N SRINIVASRAO" userId="e4f6f2814eeb4795" providerId="LiveId" clId="{05A08CEC-94E1-415A-B6BD-F1840C55E903}" dt="2026-02-10T15:12:30.653" v="313" actId="207"/>
          <ac:spMkLst>
            <pc:docMk/>
            <pc:sldMk cId="0" sldId="258"/>
            <ac:spMk id="26" creationId="{9747EDA3-3AB7-E50B-4B32-D046B1FC1AA6}"/>
          </ac:spMkLst>
        </pc:spChg>
        <pc:spChg chg="add mod">
          <ac:chgData name="N SRINIVASRAO" userId="e4f6f2814eeb4795" providerId="LiveId" clId="{05A08CEC-94E1-415A-B6BD-F1840C55E903}" dt="2026-02-10T15:07:44.035" v="293"/>
          <ac:spMkLst>
            <pc:docMk/>
            <pc:sldMk cId="0" sldId="258"/>
            <ac:spMk id="27" creationId="{BCFFAF8D-637A-D018-8AFE-C43401E4DF1A}"/>
          </ac:spMkLst>
        </pc:spChg>
        <pc:spChg chg="mod">
          <ac:chgData name="N SRINIVASRAO" userId="e4f6f2814eeb4795" providerId="LiveId" clId="{05A08CEC-94E1-415A-B6BD-F1840C55E903}" dt="2026-02-10T15:08:53.771" v="296" actId="207"/>
          <ac:spMkLst>
            <pc:docMk/>
            <pc:sldMk cId="0" sldId="258"/>
            <ac:spMk id="45" creationId="{BDC75DBF-8F2E-3993-9B66-9F238B52E216}"/>
          </ac:spMkLst>
        </pc:spChg>
        <pc:spChg chg="mod">
          <ac:chgData name="N SRINIVASRAO" userId="e4f6f2814eeb4795" providerId="LiveId" clId="{05A08CEC-94E1-415A-B6BD-F1840C55E903}" dt="2026-02-10T15:12:38.454" v="314" actId="207"/>
          <ac:spMkLst>
            <pc:docMk/>
            <pc:sldMk cId="0" sldId="258"/>
            <ac:spMk id="46" creationId="{D6F8DFE3-E577-BD3B-3501-29A0713934B1}"/>
          </ac:spMkLst>
        </pc:spChg>
        <pc:spChg chg="add mod">
          <ac:chgData name="N SRINIVASRAO" userId="e4f6f2814eeb4795" providerId="LiveId" clId="{05A08CEC-94E1-415A-B6BD-F1840C55E903}" dt="2026-02-10T15:07:44.035" v="293"/>
          <ac:spMkLst>
            <pc:docMk/>
            <pc:sldMk cId="0" sldId="258"/>
            <ac:spMk id="53" creationId="{3D8B9681-0E80-208A-9C94-389F1DF8E887}"/>
          </ac:spMkLst>
        </pc:spChg>
        <pc:spChg chg="add mod">
          <ac:chgData name="N SRINIVASRAO" userId="e4f6f2814eeb4795" providerId="LiveId" clId="{05A08CEC-94E1-415A-B6BD-F1840C55E903}" dt="2026-02-10T15:07:44.035" v="293"/>
          <ac:spMkLst>
            <pc:docMk/>
            <pc:sldMk cId="0" sldId="258"/>
            <ac:spMk id="56" creationId="{BF7DE89D-95B9-625E-BFE0-0DA69E5EF7FE}"/>
          </ac:spMkLst>
        </pc:spChg>
        <pc:spChg chg="mod">
          <ac:chgData name="N SRINIVASRAO" userId="e4f6f2814eeb4795" providerId="LiveId" clId="{05A08CEC-94E1-415A-B6BD-F1840C55E903}" dt="2026-02-10T15:08:30.280" v="295" actId="207"/>
          <ac:spMkLst>
            <pc:docMk/>
            <pc:sldMk cId="0" sldId="258"/>
            <ac:spMk id="57" creationId="{87A66D98-2C6C-7D93-81E9-F2B050858716}"/>
          </ac:spMkLst>
        </pc:spChg>
        <pc:spChg chg="mod">
          <ac:chgData name="N SRINIVASRAO" userId="e4f6f2814eeb4795" providerId="LiveId" clId="{05A08CEC-94E1-415A-B6BD-F1840C55E903}" dt="2026-02-10T15:12:43.840" v="315" actId="207"/>
          <ac:spMkLst>
            <pc:docMk/>
            <pc:sldMk cId="0" sldId="258"/>
            <ac:spMk id="58" creationId="{8243F81C-FC12-1ADA-DCEF-58D2B80CD86A}"/>
          </ac:spMkLst>
        </pc:spChg>
        <pc:spChg chg="add mod">
          <ac:chgData name="N SRINIVASRAO" userId="e4f6f2814eeb4795" providerId="LiveId" clId="{05A08CEC-94E1-415A-B6BD-F1840C55E903}" dt="2026-02-10T15:07:44.035" v="293"/>
          <ac:spMkLst>
            <pc:docMk/>
            <pc:sldMk cId="0" sldId="258"/>
            <ac:spMk id="60" creationId="{B16F3B98-1C95-DB2F-C706-776F0D07AF83}"/>
          </ac:spMkLst>
        </pc:spChg>
        <pc:spChg chg="mod">
          <ac:chgData name="N SRINIVASRAO" userId="e4f6f2814eeb4795" providerId="LiveId" clId="{05A08CEC-94E1-415A-B6BD-F1840C55E903}" dt="2026-02-10T15:11:25.274" v="309" actId="207"/>
          <ac:spMkLst>
            <pc:docMk/>
            <pc:sldMk cId="0" sldId="258"/>
            <ac:spMk id="61" creationId="{84E81D35-B423-BBF0-B8A5-0A930CA50D28}"/>
          </ac:spMkLst>
        </pc:spChg>
        <pc:spChg chg="add mod">
          <ac:chgData name="N SRINIVASRAO" userId="e4f6f2814eeb4795" providerId="LiveId" clId="{05A08CEC-94E1-415A-B6BD-F1840C55E903}" dt="2026-02-10T15:07:44.035" v="293"/>
          <ac:spMkLst>
            <pc:docMk/>
            <pc:sldMk cId="0" sldId="258"/>
            <ac:spMk id="64" creationId="{761B498D-72C5-5C70-F861-E6338975FBD1}"/>
          </ac:spMkLst>
        </pc:spChg>
        <pc:spChg chg="mod">
          <ac:chgData name="N SRINIVASRAO" userId="e4f6f2814eeb4795" providerId="LiveId" clId="{05A08CEC-94E1-415A-B6BD-F1840C55E903}" dt="2026-02-10T15:12:53.491" v="316" actId="207"/>
          <ac:spMkLst>
            <pc:docMk/>
            <pc:sldMk cId="0" sldId="258"/>
            <ac:spMk id="65" creationId="{7FB71082-97B1-2276-E193-275C0C171921}"/>
          </ac:spMkLst>
        </pc:spChg>
        <pc:spChg chg="add mod">
          <ac:chgData name="N SRINIVASRAO" userId="e4f6f2814eeb4795" providerId="LiveId" clId="{05A08CEC-94E1-415A-B6BD-F1840C55E903}" dt="2026-02-10T15:07:44.035" v="293"/>
          <ac:spMkLst>
            <pc:docMk/>
            <pc:sldMk cId="0" sldId="258"/>
            <ac:spMk id="69" creationId="{8ED5A5C4-5E10-0D7A-76FE-D5B489866A30}"/>
          </ac:spMkLst>
        </pc:spChg>
        <pc:spChg chg="mod">
          <ac:chgData name="N SRINIVASRAO" userId="e4f6f2814eeb4795" providerId="LiveId" clId="{05A08CEC-94E1-415A-B6BD-F1840C55E903}" dt="2026-02-10T15:13:08.705" v="317" actId="207"/>
          <ac:spMkLst>
            <pc:docMk/>
            <pc:sldMk cId="0" sldId="258"/>
            <ac:spMk id="71" creationId="{ADB08B34-E5C3-4020-CF25-6476BCE1E15D}"/>
          </ac:spMkLst>
        </pc:spChg>
        <pc:spChg chg="add mod">
          <ac:chgData name="N SRINIVASRAO" userId="e4f6f2814eeb4795" providerId="LiveId" clId="{05A08CEC-94E1-415A-B6BD-F1840C55E903}" dt="2026-02-10T15:07:44.035" v="293"/>
          <ac:spMkLst>
            <pc:docMk/>
            <pc:sldMk cId="0" sldId="258"/>
            <ac:spMk id="72" creationId="{2D2D50D9-A561-16C3-AB9E-22F7CD415921}"/>
          </ac:spMkLst>
        </pc:spChg>
        <pc:spChg chg="add mod">
          <ac:chgData name="N SRINIVASRAO" userId="e4f6f2814eeb4795" providerId="LiveId" clId="{05A08CEC-94E1-415A-B6BD-F1840C55E903}" dt="2026-02-10T15:07:44.035" v="293"/>
          <ac:spMkLst>
            <pc:docMk/>
            <pc:sldMk cId="0" sldId="258"/>
            <ac:spMk id="74" creationId="{784A5099-DA8B-76B6-0002-4907B2991158}"/>
          </ac:spMkLst>
        </pc:spChg>
        <pc:spChg chg="add mod">
          <ac:chgData name="N SRINIVASRAO" userId="e4f6f2814eeb4795" providerId="LiveId" clId="{05A08CEC-94E1-415A-B6BD-F1840C55E903}" dt="2026-02-10T15:07:44.035" v="293"/>
          <ac:spMkLst>
            <pc:docMk/>
            <pc:sldMk cId="0" sldId="258"/>
            <ac:spMk id="75" creationId="{3EA81A5B-2DD4-C8DA-3218-88C330E31181}"/>
          </ac:spMkLst>
        </pc:spChg>
        <pc:graphicFrameChg chg="mod modGraphic">
          <ac:chgData name="N SRINIVASRAO" userId="e4f6f2814eeb4795" providerId="LiveId" clId="{05A08CEC-94E1-415A-B6BD-F1840C55E903}" dt="2026-02-11T05:52:32.837" v="990" actId="20577"/>
          <ac:graphicFrameMkLst>
            <pc:docMk/>
            <pc:sldMk cId="0" sldId="258"/>
            <ac:graphicFrameMk id="55" creationId="{4E8D2306-B49C-1C95-3356-41105EF09B71}"/>
          </ac:graphicFrameMkLst>
        </pc:graphicFrameChg>
      </pc:sldChg>
      <pc:sldChg chg="addSp delSp modSp mod">
        <pc:chgData name="N SRINIVASRAO" userId="e4f6f2814eeb4795" providerId="LiveId" clId="{05A08CEC-94E1-415A-B6BD-F1840C55E903}" dt="2026-02-11T05:55:24.277" v="1003" actId="1076"/>
        <pc:sldMkLst>
          <pc:docMk/>
          <pc:sldMk cId="0" sldId="259"/>
        </pc:sldMkLst>
        <pc:spChg chg="mod">
          <ac:chgData name="N SRINIVASRAO" userId="e4f6f2814eeb4795" providerId="LiveId" clId="{05A08CEC-94E1-415A-B6BD-F1840C55E903}" dt="2026-02-10T16:05:19.707" v="531" actId="2711"/>
          <ac:spMkLst>
            <pc:docMk/>
            <pc:sldMk cId="0" sldId="259"/>
            <ac:spMk id="3" creationId="{00000000-0000-0000-0000-000000000000}"/>
          </ac:spMkLst>
        </pc:spChg>
        <pc:spChg chg="mod">
          <ac:chgData name="N SRINIVASRAO" userId="e4f6f2814eeb4795" providerId="LiveId" clId="{05A08CEC-94E1-415A-B6BD-F1840C55E903}" dt="2026-02-10T16:05:19.707" v="531" actId="2711"/>
          <ac:spMkLst>
            <pc:docMk/>
            <pc:sldMk cId="0" sldId="259"/>
            <ac:spMk id="6" creationId="{00000000-0000-0000-0000-000000000000}"/>
          </ac:spMkLst>
        </pc:spChg>
        <pc:spChg chg="mod">
          <ac:chgData name="N SRINIVASRAO" userId="e4f6f2814eeb4795" providerId="LiveId" clId="{05A08CEC-94E1-415A-B6BD-F1840C55E903}" dt="2026-02-10T16:05:19.707" v="531" actId="2711"/>
          <ac:spMkLst>
            <pc:docMk/>
            <pc:sldMk cId="0" sldId="259"/>
            <ac:spMk id="7" creationId="{00000000-0000-0000-0000-000000000000}"/>
          </ac:spMkLst>
        </pc:spChg>
        <pc:spChg chg="mod">
          <ac:chgData name="N SRINIVASRAO" userId="e4f6f2814eeb4795" providerId="LiveId" clId="{05A08CEC-94E1-415A-B6BD-F1840C55E903}" dt="2026-02-10T15:56:15.225" v="497" actId="14100"/>
          <ac:spMkLst>
            <pc:docMk/>
            <pc:sldMk cId="0" sldId="259"/>
            <ac:spMk id="9" creationId="{00000000-0000-0000-0000-000000000000}"/>
          </ac:spMkLst>
        </pc:spChg>
        <pc:spChg chg="mod">
          <ac:chgData name="N SRINIVASRAO" userId="e4f6f2814eeb4795" providerId="LiveId" clId="{05A08CEC-94E1-415A-B6BD-F1840C55E903}" dt="2026-02-10T16:05:19.707" v="531" actId="2711"/>
          <ac:spMkLst>
            <pc:docMk/>
            <pc:sldMk cId="0" sldId="259"/>
            <ac:spMk id="10" creationId="{00000000-0000-0000-0000-000000000000}"/>
          </ac:spMkLst>
        </pc:spChg>
        <pc:spChg chg="mod">
          <ac:chgData name="N SRINIVASRAO" userId="e4f6f2814eeb4795" providerId="LiveId" clId="{05A08CEC-94E1-415A-B6BD-F1840C55E903}" dt="2026-02-10T15:46:18.997" v="472" actId="1076"/>
          <ac:spMkLst>
            <pc:docMk/>
            <pc:sldMk cId="0" sldId="259"/>
            <ac:spMk id="11" creationId="{00000000-0000-0000-0000-000000000000}"/>
          </ac:spMkLst>
        </pc:spChg>
        <pc:spChg chg="mod">
          <ac:chgData name="N SRINIVASRAO" userId="e4f6f2814eeb4795" providerId="LiveId" clId="{05A08CEC-94E1-415A-B6BD-F1840C55E903}" dt="2026-02-10T16:05:27.353" v="532" actId="20577"/>
          <ac:spMkLst>
            <pc:docMk/>
            <pc:sldMk cId="0" sldId="259"/>
            <ac:spMk id="12" creationId="{00000000-0000-0000-0000-000000000000}"/>
          </ac:spMkLst>
        </pc:spChg>
        <pc:spChg chg="mod">
          <ac:chgData name="N SRINIVASRAO" userId="e4f6f2814eeb4795" providerId="LiveId" clId="{05A08CEC-94E1-415A-B6BD-F1840C55E903}" dt="2026-02-10T15:46:39.751" v="473" actId="1076"/>
          <ac:spMkLst>
            <pc:docMk/>
            <pc:sldMk cId="0" sldId="259"/>
            <ac:spMk id="31" creationId="{00000000-0000-0000-0000-000000000000}"/>
          </ac:spMkLst>
        </pc:spChg>
        <pc:spChg chg="mod">
          <ac:chgData name="N SRINIVASRAO" userId="e4f6f2814eeb4795" providerId="LiveId" clId="{05A08CEC-94E1-415A-B6BD-F1840C55E903}" dt="2026-02-10T15:46:39.751" v="473" actId="1076"/>
          <ac:spMkLst>
            <pc:docMk/>
            <pc:sldMk cId="0" sldId="259"/>
            <ac:spMk id="32" creationId="{00000000-0000-0000-0000-000000000000}"/>
          </ac:spMkLst>
        </pc:spChg>
        <pc:spChg chg="mod">
          <ac:chgData name="N SRINIVASRAO" userId="e4f6f2814eeb4795" providerId="LiveId" clId="{05A08CEC-94E1-415A-B6BD-F1840C55E903}" dt="2026-02-10T15:46:39.751" v="473" actId="1076"/>
          <ac:spMkLst>
            <pc:docMk/>
            <pc:sldMk cId="0" sldId="259"/>
            <ac:spMk id="33" creationId="{00000000-0000-0000-0000-000000000000}"/>
          </ac:spMkLst>
        </pc:spChg>
        <pc:spChg chg="mod">
          <ac:chgData name="N SRINIVASRAO" userId="e4f6f2814eeb4795" providerId="LiveId" clId="{05A08CEC-94E1-415A-B6BD-F1840C55E903}" dt="2026-02-10T16:05:19.707" v="531" actId="2711"/>
          <ac:spMkLst>
            <pc:docMk/>
            <pc:sldMk cId="0" sldId="259"/>
            <ac:spMk id="34" creationId="{00000000-0000-0000-0000-000000000000}"/>
          </ac:spMkLst>
        </pc:spChg>
        <pc:spChg chg="mod">
          <ac:chgData name="N SRINIVASRAO" userId="e4f6f2814eeb4795" providerId="LiveId" clId="{05A08CEC-94E1-415A-B6BD-F1840C55E903}" dt="2026-02-10T16:05:19.707" v="531" actId="2711"/>
          <ac:spMkLst>
            <pc:docMk/>
            <pc:sldMk cId="0" sldId="259"/>
            <ac:spMk id="38" creationId="{00000000-0000-0000-0000-000000000000}"/>
          </ac:spMkLst>
        </pc:spChg>
        <pc:spChg chg="mod">
          <ac:chgData name="N SRINIVASRAO" userId="e4f6f2814eeb4795" providerId="LiveId" clId="{05A08CEC-94E1-415A-B6BD-F1840C55E903}" dt="2026-02-10T16:05:19.707" v="531" actId="2711"/>
          <ac:spMkLst>
            <pc:docMk/>
            <pc:sldMk cId="0" sldId="259"/>
            <ac:spMk id="39" creationId="{00000000-0000-0000-0000-000000000000}"/>
          </ac:spMkLst>
        </pc:spChg>
        <pc:spChg chg="add mod">
          <ac:chgData name="N SRINIVASRAO" userId="e4f6f2814eeb4795" providerId="LiveId" clId="{05A08CEC-94E1-415A-B6BD-F1840C55E903}" dt="2026-02-10T16:05:19.707" v="531" actId="2711"/>
          <ac:spMkLst>
            <pc:docMk/>
            <pc:sldMk cId="0" sldId="259"/>
            <ac:spMk id="42" creationId="{CB22F929-D216-823C-6FC2-FF7E07E708C3}"/>
          </ac:spMkLst>
        </pc:spChg>
        <pc:picChg chg="add mod">
          <ac:chgData name="N SRINIVASRAO" userId="e4f6f2814eeb4795" providerId="LiveId" clId="{05A08CEC-94E1-415A-B6BD-F1840C55E903}" dt="2026-02-11T05:55:24.277" v="1003" actId="1076"/>
          <ac:picMkLst>
            <pc:docMk/>
            <pc:sldMk cId="0" sldId="259"/>
            <ac:picMk id="13" creationId="{41B1BD6F-54F4-63F4-2D2F-5EAEDC10367D}"/>
          </ac:picMkLst>
        </pc:picChg>
        <pc:picChg chg="add mod modCrop">
          <ac:chgData name="N SRINIVASRAO" userId="e4f6f2814eeb4795" providerId="LiveId" clId="{05A08CEC-94E1-415A-B6BD-F1840C55E903}" dt="2026-02-10T15:46:39.751" v="473" actId="1076"/>
          <ac:picMkLst>
            <pc:docMk/>
            <pc:sldMk cId="0" sldId="259"/>
            <ac:picMk id="41" creationId="{46C2E4DD-F1D5-12D6-6A15-656AE1DC0E32}"/>
          </ac:picMkLst>
        </pc:picChg>
      </pc:sldChg>
      <pc:sldChg chg="modSp add mod modTransition">
        <pc:chgData name="N SRINIVASRAO" userId="e4f6f2814eeb4795" providerId="LiveId" clId="{05A08CEC-94E1-415A-B6BD-F1840C55E903}" dt="2026-02-11T05:55:56.138" v="1006"/>
        <pc:sldMkLst>
          <pc:docMk/>
          <pc:sldMk cId="0" sldId="262"/>
        </pc:sldMkLst>
        <pc:spChg chg="mod">
          <ac:chgData name="N SRINIVASRAO" userId="e4f6f2814eeb4795" providerId="LiveId" clId="{05A08CEC-94E1-415A-B6BD-F1840C55E903}" dt="2026-02-10T16:09:43.872" v="539" actId="207"/>
          <ac:spMkLst>
            <pc:docMk/>
            <pc:sldMk cId="0" sldId="262"/>
            <ac:spMk id="3" creationId="{00000000-0000-0000-0000-000000000000}"/>
          </ac:spMkLst>
        </pc:spChg>
      </pc:sldChg>
      <pc:sldChg chg="addSp modSp mod">
        <pc:chgData name="N SRINIVASRAO" userId="e4f6f2814eeb4795" providerId="LiveId" clId="{05A08CEC-94E1-415A-B6BD-F1840C55E903}" dt="2026-03-05T06:36:41.022" v="1076" actId="1076"/>
        <pc:sldMkLst>
          <pc:docMk/>
          <pc:sldMk cId="0" sldId="271"/>
        </pc:sldMkLst>
        <pc:spChg chg="add mod">
          <ac:chgData name="N SRINIVASRAO" userId="e4f6f2814eeb4795" providerId="LiveId" clId="{05A08CEC-94E1-415A-B6BD-F1840C55E903}" dt="2026-03-05T06:36:41.022" v="1076" actId="1076"/>
          <ac:spMkLst>
            <pc:docMk/>
            <pc:sldMk cId="0" sldId="271"/>
            <ac:spMk id="3" creationId="{75B87A2B-0222-624A-568F-76BB58C2AB83}"/>
          </ac:spMkLst>
        </pc:spChg>
        <pc:spChg chg="mod">
          <ac:chgData name="N SRINIVASRAO" userId="e4f6f2814eeb4795" providerId="LiveId" clId="{05A08CEC-94E1-415A-B6BD-F1840C55E903}" dt="2026-02-10T16:10:17.716" v="540" actId="2711"/>
          <ac:spMkLst>
            <pc:docMk/>
            <pc:sldMk cId="0" sldId="271"/>
            <ac:spMk id="49" creationId="{F25B3A81-5819-6A8B-5397-94D0C3846DD1}"/>
          </ac:spMkLst>
        </pc:spChg>
      </pc:sldChg>
      <pc:sldChg chg="addSp modSp mod">
        <pc:chgData name="N SRINIVASRAO" userId="e4f6f2814eeb4795" providerId="LiveId" clId="{05A08CEC-94E1-415A-B6BD-F1840C55E903}" dt="2026-03-05T06:36:48.013" v="1078" actId="1076"/>
        <pc:sldMkLst>
          <pc:docMk/>
          <pc:sldMk cId="0" sldId="272"/>
        </pc:sldMkLst>
        <pc:spChg chg="add mod">
          <ac:chgData name="N SRINIVASRAO" userId="e4f6f2814eeb4795" providerId="LiveId" clId="{05A08CEC-94E1-415A-B6BD-F1840C55E903}" dt="2026-03-05T06:36:48.013" v="1078" actId="1076"/>
          <ac:spMkLst>
            <pc:docMk/>
            <pc:sldMk cId="0" sldId="272"/>
            <ac:spMk id="3" creationId="{64EB8918-E5F5-50A3-7316-E077E776C9F2}"/>
          </ac:spMkLst>
        </pc:spChg>
      </pc:sldChg>
      <pc:sldChg chg="addSp delSp modSp mod">
        <pc:chgData name="N SRINIVASRAO" userId="e4f6f2814eeb4795" providerId="LiveId" clId="{05A08CEC-94E1-415A-B6BD-F1840C55E903}" dt="2026-03-05T06:46:45.302" v="1101" actId="1076"/>
        <pc:sldMkLst>
          <pc:docMk/>
          <pc:sldMk cId="2996671642" sldId="273"/>
        </pc:sldMkLst>
        <pc:spChg chg="add mod">
          <ac:chgData name="N SRINIVASRAO" userId="e4f6f2814eeb4795" providerId="LiveId" clId="{05A08CEC-94E1-415A-B6BD-F1840C55E903}" dt="2026-03-05T06:37:19.220" v="1085" actId="1076"/>
          <ac:spMkLst>
            <pc:docMk/>
            <pc:sldMk cId="2996671642" sldId="273"/>
            <ac:spMk id="2" creationId="{E9F42D1A-9951-E4E8-7F49-7C510FF5B804}"/>
          </ac:spMkLst>
        </pc:spChg>
        <pc:spChg chg="mod">
          <ac:chgData name="N SRINIVASRAO" userId="e4f6f2814eeb4795" providerId="LiveId" clId="{05A08CEC-94E1-415A-B6BD-F1840C55E903}" dt="2026-03-05T06:37:21.571" v="1086" actId="1076"/>
          <ac:spMkLst>
            <pc:docMk/>
            <pc:sldMk cId="2996671642" sldId="273"/>
            <ac:spMk id="9" creationId="{B5E65061-4CF8-380F-F07A-68FFE9CB7264}"/>
          </ac:spMkLst>
        </pc:spChg>
        <pc:picChg chg="del">
          <ac:chgData name="N SRINIVASRAO" userId="e4f6f2814eeb4795" providerId="LiveId" clId="{05A08CEC-94E1-415A-B6BD-F1840C55E903}" dt="2026-03-05T06:46:05.068" v="1095" actId="478"/>
          <ac:picMkLst>
            <pc:docMk/>
            <pc:sldMk cId="2996671642" sldId="273"/>
            <ac:picMk id="5" creationId="{FD821063-7DC4-D480-1B67-FA8EF44FD42C}"/>
          </ac:picMkLst>
        </pc:picChg>
        <pc:picChg chg="add mod modCrop">
          <ac:chgData name="N SRINIVASRAO" userId="e4f6f2814eeb4795" providerId="LiveId" clId="{05A08CEC-94E1-415A-B6BD-F1840C55E903}" dt="2026-03-05T06:46:45.302" v="1101" actId="1076"/>
          <ac:picMkLst>
            <pc:docMk/>
            <pc:sldMk cId="2996671642" sldId="273"/>
            <ac:picMk id="6" creationId="{AD8EBC3E-D4AF-3AE5-0934-9A9D74126B42}"/>
          </ac:picMkLst>
        </pc:picChg>
      </pc:sldChg>
      <pc:sldChg chg="addSp modSp mod">
        <pc:chgData name="N SRINIVASRAO" userId="e4f6f2814eeb4795" providerId="LiveId" clId="{05A08CEC-94E1-415A-B6BD-F1840C55E903}" dt="2026-03-05T06:37:31.713" v="1093" actId="1036"/>
        <pc:sldMkLst>
          <pc:docMk/>
          <pc:sldMk cId="349413052" sldId="274"/>
        </pc:sldMkLst>
        <pc:spChg chg="add mod">
          <ac:chgData name="N SRINIVASRAO" userId="e4f6f2814eeb4795" providerId="LiveId" clId="{05A08CEC-94E1-415A-B6BD-F1840C55E903}" dt="2026-03-05T06:37:31.713" v="1093" actId="1036"/>
          <ac:spMkLst>
            <pc:docMk/>
            <pc:sldMk cId="349413052" sldId="274"/>
            <ac:spMk id="2" creationId="{61FF885A-EA4C-8E0A-E35D-F6ADEE2EC1A7}"/>
          </ac:spMkLst>
        </pc:spChg>
        <pc:spChg chg="mod">
          <ac:chgData name="N SRINIVASRAO" userId="e4f6f2814eeb4795" providerId="LiveId" clId="{05A08CEC-94E1-415A-B6BD-F1840C55E903}" dt="2026-02-10T15:49:59.392" v="484" actId="207"/>
          <ac:spMkLst>
            <pc:docMk/>
            <pc:sldMk cId="349413052" sldId="274"/>
            <ac:spMk id="9" creationId="{F50F396B-4DD2-641E-322D-3F29F9D3752C}"/>
          </ac:spMkLst>
        </pc:spChg>
      </pc:sldChg>
      <pc:sldChg chg="addSp delSp modSp mod ord">
        <pc:chgData name="N SRINIVASRAO" userId="e4f6f2814eeb4795" providerId="LiveId" clId="{05A08CEC-94E1-415A-B6BD-F1840C55E903}" dt="2026-03-05T06:48:27.150" v="1103" actId="14100"/>
        <pc:sldMkLst>
          <pc:docMk/>
          <pc:sldMk cId="3433759497" sldId="275"/>
        </pc:sldMkLst>
        <pc:spChg chg="add mod">
          <ac:chgData name="N SRINIVASRAO" userId="e4f6f2814eeb4795" providerId="LiveId" clId="{05A08CEC-94E1-415A-B6BD-F1840C55E903}" dt="2026-03-05T06:37:10.873" v="1083"/>
          <ac:spMkLst>
            <pc:docMk/>
            <pc:sldMk cId="3433759497" sldId="275"/>
            <ac:spMk id="2" creationId="{E0CB5453-7763-2EAF-A9AC-60A0F260E069}"/>
          </ac:spMkLst>
        </pc:spChg>
        <pc:spChg chg="add mod">
          <ac:chgData name="N SRINIVASRAO" userId="e4f6f2814eeb4795" providerId="LiveId" clId="{05A08CEC-94E1-415A-B6BD-F1840C55E903}" dt="2026-02-10T14:50:44.214" v="206" actId="1036"/>
          <ac:spMkLst>
            <pc:docMk/>
            <pc:sldMk cId="3433759497" sldId="275"/>
            <ac:spMk id="17" creationId="{06B23845-34C7-54F1-93ED-2A400CF82E2C}"/>
          </ac:spMkLst>
        </pc:spChg>
        <pc:spChg chg="mod">
          <ac:chgData name="N SRINIVASRAO" userId="e4f6f2814eeb4795" providerId="LiveId" clId="{05A08CEC-94E1-415A-B6BD-F1840C55E903}" dt="2026-02-10T14:49:57.722" v="187" actId="1076"/>
          <ac:spMkLst>
            <pc:docMk/>
            <pc:sldMk cId="3433759497" sldId="275"/>
            <ac:spMk id="22" creationId="{81DAD596-0026-ADF7-9D56-478E3A96DA49}"/>
          </ac:spMkLst>
        </pc:spChg>
        <pc:cxnChg chg="add mod">
          <ac:chgData name="N SRINIVASRAO" userId="e4f6f2814eeb4795" providerId="LiveId" clId="{05A08CEC-94E1-415A-B6BD-F1840C55E903}" dt="2026-02-10T14:48:17.450" v="134" actId="13822"/>
          <ac:cxnSpMkLst>
            <pc:docMk/>
            <pc:sldMk cId="3433759497" sldId="275"/>
            <ac:cxnSpMk id="16" creationId="{C58E3C9C-3950-7B7A-4C57-53731F9E305A}"/>
          </ac:cxnSpMkLst>
        </pc:cxnChg>
        <pc:cxnChg chg="mod">
          <ac:chgData name="N SRINIVASRAO" userId="e4f6f2814eeb4795" providerId="LiveId" clId="{05A08CEC-94E1-415A-B6BD-F1840C55E903}" dt="2026-03-05T06:48:27.150" v="1103" actId="14100"/>
          <ac:cxnSpMkLst>
            <pc:docMk/>
            <pc:sldMk cId="3433759497" sldId="275"/>
            <ac:cxnSpMk id="183" creationId="{DBABEF82-8914-5F7B-03A0-F1EB66AB6C67}"/>
          </ac:cxnSpMkLst>
        </pc:cxnChg>
      </pc:sldChg>
      <pc:sldChg chg="addSp delSp modSp new mod modTransition">
        <pc:chgData name="N SRINIVASRAO" userId="e4f6f2814eeb4795" providerId="LiveId" clId="{05A08CEC-94E1-415A-B6BD-F1840C55E903}" dt="2026-03-05T06:37:05.105" v="1082" actId="1076"/>
        <pc:sldMkLst>
          <pc:docMk/>
          <pc:sldMk cId="1981043485" sldId="276"/>
        </pc:sldMkLst>
        <pc:spChg chg="add mod">
          <ac:chgData name="N SRINIVASRAO" userId="e4f6f2814eeb4795" providerId="LiveId" clId="{05A08CEC-94E1-415A-B6BD-F1840C55E903}" dt="2026-03-05T06:37:05.105" v="1082" actId="1076"/>
          <ac:spMkLst>
            <pc:docMk/>
            <pc:sldMk cId="1981043485" sldId="276"/>
            <ac:spMk id="2" creationId="{D417E067-D04C-24C7-E0CA-25B90E4DC7F9}"/>
          </ac:spMkLst>
        </pc:spChg>
        <pc:spChg chg="add mod">
          <ac:chgData name="N SRINIVASRAO" userId="e4f6f2814eeb4795" providerId="LiveId" clId="{05A08CEC-94E1-415A-B6BD-F1840C55E903}" dt="2026-02-10T13:58:56.216" v="118" actId="20577"/>
          <ac:spMkLst>
            <pc:docMk/>
            <pc:sldMk cId="1981043485" sldId="276"/>
            <ac:spMk id="4" creationId="{1DC5DD6E-F094-9072-2E67-46C8813FCFD2}"/>
          </ac:spMkLst>
        </pc:spChg>
        <pc:picChg chg="add mod">
          <ac:chgData name="N SRINIVASRAO" userId="e4f6f2814eeb4795" providerId="LiveId" clId="{05A08CEC-94E1-415A-B6BD-F1840C55E903}" dt="2026-02-10T14:45:22.500" v="127" actId="12788"/>
          <ac:picMkLst>
            <pc:docMk/>
            <pc:sldMk cId="1981043485" sldId="276"/>
            <ac:picMk id="1036" creationId="{7CE1B4C5-3536-A319-512A-A90140F9B938}"/>
          </ac:picMkLst>
        </pc:picChg>
      </pc:sldChg>
      <pc:sldChg chg="addSp modSp add mod ord setBg">
        <pc:chgData name="N SRINIVASRAO" userId="e4f6f2814eeb4795" providerId="LiveId" clId="{05A08CEC-94E1-415A-B6BD-F1840C55E903}" dt="2026-03-05T06:36:57.306" v="1080" actId="1076"/>
        <pc:sldMkLst>
          <pc:docMk/>
          <pc:sldMk cId="0" sldId="277"/>
        </pc:sldMkLst>
        <pc:spChg chg="add mod">
          <ac:chgData name="N SRINIVASRAO" userId="e4f6f2814eeb4795" providerId="LiveId" clId="{05A08CEC-94E1-415A-B6BD-F1840C55E903}" dt="2026-03-05T06:36:57.306" v="1080" actId="1076"/>
          <ac:spMkLst>
            <pc:docMk/>
            <pc:sldMk cId="0" sldId="277"/>
            <ac:spMk id="2" creationId="{FC3E9476-5FDB-DF1C-428F-B807AD878186}"/>
          </ac:spMkLst>
        </pc:spChg>
        <pc:spChg chg="mod">
          <ac:chgData name="N SRINIVASRAO" userId="e4f6f2814eeb4795" providerId="LiveId" clId="{05A08CEC-94E1-415A-B6BD-F1840C55E903}" dt="2026-02-10T15:02:38.735" v="260" actId="207"/>
          <ac:spMkLst>
            <pc:docMk/>
            <pc:sldMk cId="0" sldId="277"/>
            <ac:spMk id="3" creationId="{00000000-0000-0000-0000-000000000000}"/>
          </ac:spMkLst>
        </pc:spChg>
        <pc:spChg chg="mod">
          <ac:chgData name="N SRINIVASRAO" userId="e4f6f2814eeb4795" providerId="LiveId" clId="{05A08CEC-94E1-415A-B6BD-F1840C55E903}" dt="2026-02-10T15:49:23.323" v="480" actId="14100"/>
          <ac:spMkLst>
            <pc:docMk/>
            <pc:sldMk cId="0" sldId="277"/>
            <ac:spMk id="5" creationId="{00000000-0000-0000-0000-000000000000}"/>
          </ac:spMkLst>
        </pc:spChg>
        <pc:spChg chg="mod">
          <ac:chgData name="N SRINIVASRAO" userId="e4f6f2814eeb4795" providerId="LiveId" clId="{05A08CEC-94E1-415A-B6BD-F1840C55E903}" dt="2026-02-10T15:00:10.386" v="248" actId="207"/>
          <ac:spMkLst>
            <pc:docMk/>
            <pc:sldMk cId="0" sldId="277"/>
            <ac:spMk id="8" creationId="{00000000-0000-0000-0000-000000000000}"/>
          </ac:spMkLst>
        </pc:spChg>
        <pc:spChg chg="mod">
          <ac:chgData name="N SRINIVASRAO" userId="e4f6f2814eeb4795" providerId="LiveId" clId="{05A08CEC-94E1-415A-B6BD-F1840C55E903}" dt="2026-02-10T15:00:03.705" v="247" actId="207"/>
          <ac:spMkLst>
            <pc:docMk/>
            <pc:sldMk cId="0" sldId="277"/>
            <ac:spMk id="9" creationId="{00000000-0000-0000-0000-000000000000}"/>
          </ac:spMkLst>
        </pc:spChg>
        <pc:spChg chg="mod">
          <ac:chgData name="N SRINIVASRAO" userId="e4f6f2814eeb4795" providerId="LiveId" clId="{05A08CEC-94E1-415A-B6BD-F1840C55E903}" dt="2026-02-10T15:00:26.783" v="250" actId="207"/>
          <ac:spMkLst>
            <pc:docMk/>
            <pc:sldMk cId="0" sldId="277"/>
            <ac:spMk id="12" creationId="{00000000-0000-0000-0000-000000000000}"/>
          </ac:spMkLst>
        </pc:spChg>
        <pc:spChg chg="mod">
          <ac:chgData name="N SRINIVASRAO" userId="e4f6f2814eeb4795" providerId="LiveId" clId="{05A08CEC-94E1-415A-B6BD-F1840C55E903}" dt="2026-02-10T15:00:19.591" v="249" actId="207"/>
          <ac:spMkLst>
            <pc:docMk/>
            <pc:sldMk cId="0" sldId="277"/>
            <ac:spMk id="13" creationId="{00000000-0000-0000-0000-000000000000}"/>
          </ac:spMkLst>
        </pc:spChg>
        <pc:spChg chg="mod">
          <ac:chgData name="N SRINIVASRAO" userId="e4f6f2814eeb4795" providerId="LiveId" clId="{05A08CEC-94E1-415A-B6BD-F1840C55E903}" dt="2026-02-10T15:00:46.287" v="252" actId="207"/>
          <ac:spMkLst>
            <pc:docMk/>
            <pc:sldMk cId="0" sldId="277"/>
            <ac:spMk id="16" creationId="{00000000-0000-0000-0000-000000000000}"/>
          </ac:spMkLst>
        </pc:spChg>
        <pc:spChg chg="mod">
          <ac:chgData name="N SRINIVASRAO" userId="e4f6f2814eeb4795" providerId="LiveId" clId="{05A08CEC-94E1-415A-B6BD-F1840C55E903}" dt="2026-02-10T15:00:39.009" v="251" actId="207"/>
          <ac:spMkLst>
            <pc:docMk/>
            <pc:sldMk cId="0" sldId="277"/>
            <ac:spMk id="17" creationId="{00000000-0000-0000-0000-000000000000}"/>
          </ac:spMkLst>
        </pc:spChg>
        <pc:spChg chg="mod">
          <ac:chgData name="N SRINIVASRAO" userId="e4f6f2814eeb4795" providerId="LiveId" clId="{05A08CEC-94E1-415A-B6BD-F1840C55E903}" dt="2026-02-10T15:01:16.968" v="254" actId="207"/>
          <ac:spMkLst>
            <pc:docMk/>
            <pc:sldMk cId="0" sldId="277"/>
            <ac:spMk id="20" creationId="{00000000-0000-0000-0000-000000000000}"/>
          </ac:spMkLst>
        </pc:spChg>
        <pc:spChg chg="mod">
          <ac:chgData name="N SRINIVASRAO" userId="e4f6f2814eeb4795" providerId="LiveId" clId="{05A08CEC-94E1-415A-B6BD-F1840C55E903}" dt="2026-02-10T15:01:08.912" v="253" actId="207"/>
          <ac:spMkLst>
            <pc:docMk/>
            <pc:sldMk cId="0" sldId="277"/>
            <ac:spMk id="21" creationId="{00000000-0000-0000-0000-000000000000}"/>
          </ac:spMkLst>
        </pc:spChg>
        <pc:spChg chg="mod">
          <ac:chgData name="N SRINIVASRAO" userId="e4f6f2814eeb4795" providerId="LiveId" clId="{05A08CEC-94E1-415A-B6BD-F1840C55E903}" dt="2026-02-10T15:01:49.042" v="256" actId="20577"/>
          <ac:spMkLst>
            <pc:docMk/>
            <pc:sldMk cId="0" sldId="277"/>
            <ac:spMk id="23" creationId="{00000000-0000-0000-0000-000000000000}"/>
          </ac:spMkLst>
        </pc:spChg>
        <pc:spChg chg="mod">
          <ac:chgData name="N SRINIVASRAO" userId="e4f6f2814eeb4795" providerId="LiveId" clId="{05A08CEC-94E1-415A-B6BD-F1840C55E903}" dt="2026-02-10T15:49:16.373" v="479" actId="14100"/>
          <ac:spMkLst>
            <pc:docMk/>
            <pc:sldMk cId="0" sldId="277"/>
            <ac:spMk id="24" creationId="{00000000-0000-0000-0000-000000000000}"/>
          </ac:spMkLst>
        </pc:spChg>
        <pc:spChg chg="mod">
          <ac:chgData name="N SRINIVASRAO" userId="e4f6f2814eeb4795" providerId="LiveId" clId="{05A08CEC-94E1-415A-B6BD-F1840C55E903}" dt="2026-02-10T15:01:44.152" v="255" actId="207"/>
          <ac:spMkLst>
            <pc:docMk/>
            <pc:sldMk cId="0" sldId="277"/>
            <ac:spMk id="26" creationId="{00000000-0000-0000-0000-000000000000}"/>
          </ac:spMkLst>
        </pc:spChg>
        <pc:spChg chg="mod">
          <ac:chgData name="N SRINIVASRAO" userId="e4f6f2814eeb4795" providerId="LiveId" clId="{05A08CEC-94E1-415A-B6BD-F1840C55E903}" dt="2026-02-10T15:02:01.367" v="257" actId="207"/>
          <ac:spMkLst>
            <pc:docMk/>
            <pc:sldMk cId="0" sldId="277"/>
            <ac:spMk id="29" creationId="{00000000-0000-0000-0000-000000000000}"/>
          </ac:spMkLst>
        </pc:spChg>
        <pc:spChg chg="mod">
          <ac:chgData name="N SRINIVASRAO" userId="e4f6f2814eeb4795" providerId="LiveId" clId="{05A08CEC-94E1-415A-B6BD-F1840C55E903}" dt="2026-02-10T15:02:10.314" v="258" actId="207"/>
          <ac:spMkLst>
            <pc:docMk/>
            <pc:sldMk cId="0" sldId="277"/>
            <ac:spMk id="32" creationId="{00000000-0000-0000-0000-000000000000}"/>
          </ac:spMkLst>
        </pc:spChg>
        <pc:picChg chg="add mod">
          <ac:chgData name="N SRINIVASRAO" userId="e4f6f2814eeb4795" providerId="LiveId" clId="{05A08CEC-94E1-415A-B6BD-F1840C55E903}" dt="2026-02-11T05:47:54.252" v="987" actId="1076"/>
          <ac:picMkLst>
            <pc:docMk/>
            <pc:sldMk cId="0" sldId="277"/>
            <ac:picMk id="35" creationId="{81D02820-4FFD-56A7-1822-4F9719E0ED89}"/>
          </ac:picMkLst>
        </pc:picChg>
        <pc:picChg chg="add mod">
          <ac:chgData name="N SRINIVASRAO" userId="e4f6f2814eeb4795" providerId="LiveId" clId="{05A08CEC-94E1-415A-B6BD-F1840C55E903}" dt="2026-02-11T05:47:28.825" v="983" actId="1076"/>
          <ac:picMkLst>
            <pc:docMk/>
            <pc:sldMk cId="0" sldId="277"/>
            <ac:picMk id="37" creationId="{26CBA8EE-ECAE-A6D8-C97F-2CD53DCB2D56}"/>
          </ac:picMkLst>
        </pc:picChg>
      </pc:sldChg>
      <pc:sldChg chg="addSp modSp new mod modTransition">
        <pc:chgData name="N SRINIVASRAO" userId="e4f6f2814eeb4795" providerId="LiveId" clId="{05A08CEC-94E1-415A-B6BD-F1840C55E903}" dt="2026-02-10T15:59:38.492" v="502" actId="2711"/>
        <pc:sldMkLst>
          <pc:docMk/>
          <pc:sldMk cId="4182854187" sldId="278"/>
        </pc:sldMkLst>
        <pc:spChg chg="mod">
          <ac:chgData name="N SRINIVASRAO" userId="e4f6f2814eeb4795" providerId="LiveId" clId="{05A08CEC-94E1-415A-B6BD-F1840C55E903}" dt="2026-02-10T15:35:02.147" v="409" actId="12788"/>
          <ac:spMkLst>
            <pc:docMk/>
            <pc:sldMk cId="4182854187" sldId="278"/>
            <ac:spMk id="2" creationId="{7DA94B82-FCCB-C16D-79E3-14E152B41EA8}"/>
          </ac:spMkLst>
        </pc:spChg>
        <pc:spChg chg="add mod">
          <ac:chgData name="N SRINIVASRAO" userId="e4f6f2814eeb4795" providerId="LiveId" clId="{05A08CEC-94E1-415A-B6BD-F1840C55E903}" dt="2026-02-10T15:30:45.269" v="386"/>
          <ac:spMkLst>
            <pc:docMk/>
            <pc:sldMk cId="4182854187" sldId="278"/>
            <ac:spMk id="3" creationId="{6168D3CA-8CA1-8212-B6C4-04F86A744128}"/>
          </ac:spMkLst>
        </pc:spChg>
        <pc:spChg chg="add mod">
          <ac:chgData name="N SRINIVASRAO" userId="e4f6f2814eeb4795" providerId="LiveId" clId="{05A08CEC-94E1-415A-B6BD-F1840C55E903}" dt="2026-02-10T15:31:01.782" v="389" actId="207"/>
          <ac:spMkLst>
            <pc:docMk/>
            <pc:sldMk cId="4182854187" sldId="278"/>
            <ac:spMk id="4" creationId="{DF7870C2-E3CA-525A-1E2B-B42F0A9B0747}"/>
          </ac:spMkLst>
        </pc:spChg>
        <pc:spChg chg="mod">
          <ac:chgData name="N SRINIVASRAO" userId="e4f6f2814eeb4795" providerId="LiveId" clId="{05A08CEC-94E1-415A-B6BD-F1840C55E903}" dt="2026-02-10T15:59:38.492" v="502" actId="2711"/>
          <ac:spMkLst>
            <pc:docMk/>
            <pc:sldMk cId="4182854187" sldId="278"/>
            <ac:spMk id="6" creationId="{C38A2072-760A-5A83-C6CF-D913D4AA3B34}"/>
          </ac:spMkLst>
        </pc:spChg>
        <pc:spChg chg="add mod">
          <ac:chgData name="N SRINIVASRAO" userId="e4f6f2814eeb4795" providerId="LiveId" clId="{05A08CEC-94E1-415A-B6BD-F1840C55E903}" dt="2026-02-10T15:30:45.269" v="386"/>
          <ac:spMkLst>
            <pc:docMk/>
            <pc:sldMk cId="4182854187" sldId="278"/>
            <ac:spMk id="8" creationId="{7AF08E30-6EFB-5E8F-8025-A723EF1FB160}"/>
          </ac:spMkLst>
        </pc:spChg>
        <pc:spChg chg="add mod">
          <ac:chgData name="N SRINIVASRAO" userId="e4f6f2814eeb4795" providerId="LiveId" clId="{05A08CEC-94E1-415A-B6BD-F1840C55E903}" dt="2026-02-10T15:59:38.492" v="502" actId="2711"/>
          <ac:spMkLst>
            <pc:docMk/>
            <pc:sldMk cId="4182854187" sldId="278"/>
            <ac:spMk id="9" creationId="{7BC03AB3-651F-8CF2-7A9D-DC1B1AD9D233}"/>
          </ac:spMkLst>
        </pc:spChg>
        <pc:spChg chg="add mod">
          <ac:chgData name="N SRINIVASRAO" userId="e4f6f2814eeb4795" providerId="LiveId" clId="{05A08CEC-94E1-415A-B6BD-F1840C55E903}" dt="2026-02-10T15:30:45.269" v="386"/>
          <ac:spMkLst>
            <pc:docMk/>
            <pc:sldMk cId="4182854187" sldId="278"/>
            <ac:spMk id="10" creationId="{15DD12E5-D1A4-7455-8FD3-B295ACD07A00}"/>
          </ac:spMkLst>
        </pc:spChg>
        <pc:spChg chg="add mod">
          <ac:chgData name="N SRINIVASRAO" userId="e4f6f2814eeb4795" providerId="LiveId" clId="{05A08CEC-94E1-415A-B6BD-F1840C55E903}" dt="2026-02-10T15:59:38.492" v="502" actId="2711"/>
          <ac:spMkLst>
            <pc:docMk/>
            <pc:sldMk cId="4182854187" sldId="278"/>
            <ac:spMk id="11" creationId="{2957EADC-890C-40DF-4526-8A69E95C5666}"/>
          </ac:spMkLst>
        </pc:spChg>
        <pc:spChg chg="add mod">
          <ac:chgData name="N SRINIVASRAO" userId="e4f6f2814eeb4795" providerId="LiveId" clId="{05A08CEC-94E1-415A-B6BD-F1840C55E903}" dt="2026-02-10T15:59:38.492" v="502" actId="2711"/>
          <ac:spMkLst>
            <pc:docMk/>
            <pc:sldMk cId="4182854187" sldId="278"/>
            <ac:spMk id="12" creationId="{A50AFE4F-4EC0-6598-B6DE-FE12DC07ADFB}"/>
          </ac:spMkLst>
        </pc:spChg>
        <pc:spChg chg="mod">
          <ac:chgData name="N SRINIVASRAO" userId="e4f6f2814eeb4795" providerId="LiveId" clId="{05A08CEC-94E1-415A-B6BD-F1840C55E903}" dt="2026-02-10T15:59:38.492" v="502" actId="2711"/>
          <ac:spMkLst>
            <pc:docMk/>
            <pc:sldMk cId="4182854187" sldId="278"/>
            <ac:spMk id="14" creationId="{4FDB87F2-A31C-E11D-90CE-F0E3A5A70593}"/>
          </ac:spMkLst>
        </pc:spChg>
        <pc:spChg chg="add mod">
          <ac:chgData name="N SRINIVASRAO" userId="e4f6f2814eeb4795" providerId="LiveId" clId="{05A08CEC-94E1-415A-B6BD-F1840C55E903}" dt="2026-02-10T15:31:16.336" v="392" actId="207"/>
          <ac:spMkLst>
            <pc:docMk/>
            <pc:sldMk cId="4182854187" sldId="278"/>
            <ac:spMk id="15" creationId="{7F571A69-F70B-39BD-420F-6FB552E06FE9}"/>
          </ac:spMkLst>
        </pc:spChg>
        <pc:spChg chg="mod">
          <ac:chgData name="N SRINIVASRAO" userId="e4f6f2814eeb4795" providerId="LiveId" clId="{05A08CEC-94E1-415A-B6BD-F1840C55E903}" dt="2026-02-10T15:31:22.865" v="393" actId="207"/>
          <ac:spMkLst>
            <pc:docMk/>
            <pc:sldMk cId="4182854187" sldId="278"/>
            <ac:spMk id="16" creationId="{83F11BDD-3839-46BE-3313-C0044321C022}"/>
          </ac:spMkLst>
        </pc:spChg>
        <pc:spChg chg="mod">
          <ac:chgData name="N SRINIVASRAO" userId="e4f6f2814eeb4795" providerId="LiveId" clId="{05A08CEC-94E1-415A-B6BD-F1840C55E903}" dt="2026-02-10T15:59:38.492" v="502" actId="2711"/>
          <ac:spMkLst>
            <pc:docMk/>
            <pc:sldMk cId="4182854187" sldId="278"/>
            <ac:spMk id="17" creationId="{69F0AECE-859E-32BA-82CA-3AE093568758}"/>
          </ac:spMkLst>
        </pc:spChg>
        <pc:spChg chg="add mod">
          <ac:chgData name="N SRINIVASRAO" userId="e4f6f2814eeb4795" providerId="LiveId" clId="{05A08CEC-94E1-415A-B6BD-F1840C55E903}" dt="2026-02-10T15:31:28.506" v="394" actId="207"/>
          <ac:spMkLst>
            <pc:docMk/>
            <pc:sldMk cId="4182854187" sldId="278"/>
            <ac:spMk id="20" creationId="{373E3AE9-CB6A-5AFF-A5A1-1D900E431BE8}"/>
          </ac:spMkLst>
        </pc:spChg>
        <pc:spChg chg="mod">
          <ac:chgData name="N SRINIVASRAO" userId="e4f6f2814eeb4795" providerId="LiveId" clId="{05A08CEC-94E1-415A-B6BD-F1840C55E903}" dt="2026-02-10T15:59:38.492" v="502" actId="2711"/>
          <ac:spMkLst>
            <pc:docMk/>
            <pc:sldMk cId="4182854187" sldId="278"/>
            <ac:spMk id="21" creationId="{072F0258-4505-7DEE-C9F2-8E073974321B}"/>
          </ac:spMkLst>
        </pc:spChg>
        <pc:spChg chg="mod">
          <ac:chgData name="N SRINIVASRAO" userId="e4f6f2814eeb4795" providerId="LiveId" clId="{05A08CEC-94E1-415A-B6BD-F1840C55E903}" dt="2026-02-10T15:59:38.492" v="502" actId="2711"/>
          <ac:spMkLst>
            <pc:docMk/>
            <pc:sldMk cId="4182854187" sldId="278"/>
            <ac:spMk id="22" creationId="{88D8C38E-4D24-A26F-580B-B26F91E77976}"/>
          </ac:spMkLst>
        </pc:spChg>
        <pc:spChg chg="mod">
          <ac:chgData name="N SRINIVASRAO" userId="e4f6f2814eeb4795" providerId="LiveId" clId="{05A08CEC-94E1-415A-B6BD-F1840C55E903}" dt="2026-02-10T15:31:51.174" v="397" actId="1076"/>
          <ac:spMkLst>
            <pc:docMk/>
            <pc:sldMk cId="4182854187" sldId="278"/>
            <ac:spMk id="23" creationId="{4D2199F5-0906-00ED-6334-C38CAE9FC226}"/>
          </ac:spMkLst>
        </pc:spChg>
        <pc:spChg chg="mod">
          <ac:chgData name="N SRINIVASRAO" userId="e4f6f2814eeb4795" providerId="LiveId" clId="{05A08CEC-94E1-415A-B6BD-F1840C55E903}" dt="2026-02-10T15:31:07.062" v="390" actId="207"/>
          <ac:spMkLst>
            <pc:docMk/>
            <pc:sldMk cId="4182854187" sldId="278"/>
            <ac:spMk id="24" creationId="{AC9FC1EA-18F0-F24F-5068-B190BE051C3E}"/>
          </ac:spMkLst>
        </pc:spChg>
        <pc:spChg chg="add mod">
          <ac:chgData name="N SRINIVASRAO" userId="e4f6f2814eeb4795" providerId="LiveId" clId="{05A08CEC-94E1-415A-B6BD-F1840C55E903}" dt="2026-02-10T15:32:03.451" v="398" actId="207"/>
          <ac:spMkLst>
            <pc:docMk/>
            <pc:sldMk cId="4182854187" sldId="278"/>
            <ac:spMk id="25" creationId="{8DF083FF-5EE9-8F7B-FD5E-6E15C0AEFDE6}"/>
          </ac:spMkLst>
        </pc:spChg>
        <pc:spChg chg="mod">
          <ac:chgData name="N SRINIVASRAO" userId="e4f6f2814eeb4795" providerId="LiveId" clId="{05A08CEC-94E1-415A-B6BD-F1840C55E903}" dt="2026-02-10T15:59:38.492" v="502" actId="2711"/>
          <ac:spMkLst>
            <pc:docMk/>
            <pc:sldMk cId="4182854187" sldId="278"/>
            <ac:spMk id="26" creationId="{353D44B7-CC5C-7C47-EFC9-30F309833302}"/>
          </ac:spMkLst>
        </pc:spChg>
        <pc:spChg chg="mod">
          <ac:chgData name="N SRINIVASRAO" userId="e4f6f2814eeb4795" providerId="LiveId" clId="{05A08CEC-94E1-415A-B6BD-F1840C55E903}" dt="2026-02-10T15:59:38.492" v="502" actId="2711"/>
          <ac:spMkLst>
            <pc:docMk/>
            <pc:sldMk cId="4182854187" sldId="278"/>
            <ac:spMk id="29" creationId="{CCDCFD7A-64A1-DB8E-C84F-A7FBD45E807F}"/>
          </ac:spMkLst>
        </pc:spChg>
        <pc:spChg chg="add mod">
          <ac:chgData name="N SRINIVASRAO" userId="e4f6f2814eeb4795" providerId="LiveId" clId="{05A08CEC-94E1-415A-B6BD-F1840C55E903}" dt="2026-02-10T15:34:51.926" v="407"/>
          <ac:spMkLst>
            <pc:docMk/>
            <pc:sldMk cId="4182854187" sldId="278"/>
            <ac:spMk id="31" creationId="{4B71D73B-3728-2C18-06D4-503D84568B4B}"/>
          </ac:spMkLst>
        </pc:spChg>
      </pc:sldChg>
      <pc:sldChg chg="addSp modSp new mod modTransition">
        <pc:chgData name="N SRINIVASRAO" userId="e4f6f2814eeb4795" providerId="LiveId" clId="{05A08CEC-94E1-415A-B6BD-F1840C55E903}" dt="2026-02-10T16:04:13.428" v="522"/>
        <pc:sldMkLst>
          <pc:docMk/>
          <pc:sldMk cId="1221896251" sldId="279"/>
        </pc:sldMkLst>
        <pc:spChg chg="mod">
          <ac:chgData name="N SRINIVASRAO" userId="e4f6f2814eeb4795" providerId="LiveId" clId="{05A08CEC-94E1-415A-B6BD-F1840C55E903}" dt="2026-02-10T16:04:13.428" v="522"/>
          <ac:spMkLst>
            <pc:docMk/>
            <pc:sldMk cId="1221896251" sldId="279"/>
            <ac:spMk id="2" creationId="{2FBC65F6-8546-A593-2AA7-6E3AE5BB3466}"/>
          </ac:spMkLst>
        </pc:spChg>
        <pc:spChg chg="mod">
          <ac:chgData name="N SRINIVASRAO" userId="e4f6f2814eeb4795" providerId="LiveId" clId="{05A08CEC-94E1-415A-B6BD-F1840C55E903}" dt="2026-02-10T15:34:31.419" v="405" actId="207"/>
          <ac:spMkLst>
            <pc:docMk/>
            <pc:sldMk cId="1221896251" sldId="279"/>
            <ac:spMk id="4" creationId="{04F038F2-53D9-F06D-B370-8800A2587B51}"/>
          </ac:spMkLst>
        </pc:spChg>
        <pc:spChg chg="add mod">
          <ac:chgData name="N SRINIVASRAO" userId="e4f6f2814eeb4795" providerId="LiveId" clId="{05A08CEC-94E1-415A-B6BD-F1840C55E903}" dt="2026-02-10T15:34:11.823" v="402"/>
          <ac:spMkLst>
            <pc:docMk/>
            <pc:sldMk cId="1221896251" sldId="279"/>
            <ac:spMk id="6" creationId="{E633C8A7-A11D-40BC-6FC4-58E29A53F16E}"/>
          </ac:spMkLst>
        </pc:spChg>
        <pc:spChg chg="mod">
          <ac:chgData name="N SRINIVASRAO" userId="e4f6f2814eeb4795" providerId="LiveId" clId="{05A08CEC-94E1-415A-B6BD-F1840C55E903}" dt="2026-02-10T15:38:20.524" v="446" actId="2711"/>
          <ac:spMkLst>
            <pc:docMk/>
            <pc:sldMk cId="1221896251" sldId="279"/>
            <ac:spMk id="7" creationId="{70FAAB56-05FC-2ECF-4142-2383C3028849}"/>
          </ac:spMkLst>
        </pc:spChg>
        <pc:spChg chg="mod">
          <ac:chgData name="N SRINIVASRAO" userId="e4f6f2814eeb4795" providerId="LiveId" clId="{05A08CEC-94E1-415A-B6BD-F1840C55E903}" dt="2026-02-10T15:37:43.100" v="442" actId="207"/>
          <ac:spMkLst>
            <pc:docMk/>
            <pc:sldMk cId="1221896251" sldId="279"/>
            <ac:spMk id="8" creationId="{7C2F3BCD-C803-1869-6AC0-6F6E32E3CAAA}"/>
          </ac:spMkLst>
        </pc:spChg>
        <pc:spChg chg="mod">
          <ac:chgData name="N SRINIVASRAO" userId="e4f6f2814eeb4795" providerId="LiveId" clId="{05A08CEC-94E1-415A-B6BD-F1840C55E903}" dt="2026-02-10T15:38:20.524" v="446" actId="2711"/>
          <ac:spMkLst>
            <pc:docMk/>
            <pc:sldMk cId="1221896251" sldId="279"/>
            <ac:spMk id="11" creationId="{4194BFDA-23B1-3540-27CB-23255BB087B1}"/>
          </ac:spMkLst>
        </pc:spChg>
        <pc:spChg chg="mod">
          <ac:chgData name="N SRINIVASRAO" userId="e4f6f2814eeb4795" providerId="LiveId" clId="{05A08CEC-94E1-415A-B6BD-F1840C55E903}" dt="2026-02-10T15:37:28.472" v="441" actId="693"/>
          <ac:spMkLst>
            <pc:docMk/>
            <pc:sldMk cId="1221896251" sldId="279"/>
            <ac:spMk id="12" creationId="{FE7CDF47-F0EE-D21C-3A9B-B77784C5A0F3}"/>
          </ac:spMkLst>
        </pc:spChg>
        <pc:spChg chg="mod">
          <ac:chgData name="N SRINIVASRAO" userId="e4f6f2814eeb4795" providerId="LiveId" clId="{05A08CEC-94E1-415A-B6BD-F1840C55E903}" dt="2026-02-10T15:37:59.090" v="444" actId="207"/>
          <ac:spMkLst>
            <pc:docMk/>
            <pc:sldMk cId="1221896251" sldId="279"/>
            <ac:spMk id="13" creationId="{6482B8DA-054E-FEC8-B30C-82DF8249810E}"/>
          </ac:spMkLst>
        </pc:spChg>
        <pc:spChg chg="add mod">
          <ac:chgData name="N SRINIVASRAO" userId="e4f6f2814eeb4795" providerId="LiveId" clId="{05A08CEC-94E1-415A-B6BD-F1840C55E903}" dt="2026-02-10T15:34:11.823" v="402"/>
          <ac:spMkLst>
            <pc:docMk/>
            <pc:sldMk cId="1221896251" sldId="279"/>
            <ac:spMk id="14" creationId="{1B4A9CE1-7D1E-B04B-B6B9-D311D0CB396B}"/>
          </ac:spMkLst>
        </pc:spChg>
        <pc:spChg chg="mod">
          <ac:chgData name="N SRINIVASRAO" userId="e4f6f2814eeb4795" providerId="LiveId" clId="{05A08CEC-94E1-415A-B6BD-F1840C55E903}" dt="2026-02-10T15:38:20.524" v="446" actId="2711"/>
          <ac:spMkLst>
            <pc:docMk/>
            <pc:sldMk cId="1221896251" sldId="279"/>
            <ac:spMk id="15" creationId="{126E25A9-804A-4BFA-932F-0EBB9406D480}"/>
          </ac:spMkLst>
        </pc:spChg>
        <pc:spChg chg="mod">
          <ac:chgData name="N SRINIVASRAO" userId="e4f6f2814eeb4795" providerId="LiveId" clId="{05A08CEC-94E1-415A-B6BD-F1840C55E903}" dt="2026-02-10T15:38:03.856" v="445" actId="207"/>
          <ac:spMkLst>
            <pc:docMk/>
            <pc:sldMk cId="1221896251" sldId="279"/>
            <ac:spMk id="16" creationId="{D03C3525-90F7-EE65-0E2A-0CC6D7685776}"/>
          </ac:spMkLst>
        </pc:spChg>
        <pc:spChg chg="mod">
          <ac:chgData name="N SRINIVASRAO" userId="e4f6f2814eeb4795" providerId="LiveId" clId="{05A08CEC-94E1-415A-B6BD-F1840C55E903}" dt="2026-02-10T15:36:42.471" v="435" actId="207"/>
          <ac:spMkLst>
            <pc:docMk/>
            <pc:sldMk cId="1221896251" sldId="279"/>
            <ac:spMk id="18" creationId="{45CC6C76-80BD-D9D4-2223-2B608344CF09}"/>
          </ac:spMkLst>
        </pc:spChg>
        <pc:spChg chg="add mod">
          <ac:chgData name="N SRINIVASRAO" userId="e4f6f2814eeb4795" providerId="LiveId" clId="{05A08CEC-94E1-415A-B6BD-F1840C55E903}" dt="2026-02-10T15:34:11.823" v="402"/>
          <ac:spMkLst>
            <pc:docMk/>
            <pc:sldMk cId="1221896251" sldId="279"/>
            <ac:spMk id="20" creationId="{2AE5BD31-29D9-540D-47E6-BB4F03738FBF}"/>
          </ac:spMkLst>
        </pc:spChg>
        <pc:spChg chg="add mod">
          <ac:chgData name="N SRINIVASRAO" userId="e4f6f2814eeb4795" providerId="LiveId" clId="{05A08CEC-94E1-415A-B6BD-F1840C55E903}" dt="2026-02-10T15:38:32.010" v="447" actId="207"/>
          <ac:spMkLst>
            <pc:docMk/>
            <pc:sldMk cId="1221896251" sldId="279"/>
            <ac:spMk id="21" creationId="{79909D16-4FA1-9F81-5D9A-743EED758C0B}"/>
          </ac:spMkLst>
        </pc:spChg>
        <pc:spChg chg="mod">
          <ac:chgData name="N SRINIVASRAO" userId="e4f6f2814eeb4795" providerId="LiveId" clId="{05A08CEC-94E1-415A-B6BD-F1840C55E903}" dt="2026-02-10T15:39:12.396" v="448" actId="207"/>
          <ac:spMkLst>
            <pc:docMk/>
            <pc:sldMk cId="1221896251" sldId="279"/>
            <ac:spMk id="26" creationId="{6CA8E934-2010-BB17-9AAD-79B5D788F8C8}"/>
          </ac:spMkLst>
        </pc:spChg>
        <pc:spChg chg="mod">
          <ac:chgData name="N SRINIVASRAO" userId="e4f6f2814eeb4795" providerId="LiveId" clId="{05A08CEC-94E1-415A-B6BD-F1840C55E903}" dt="2026-02-10T15:34:38.574" v="406" actId="207"/>
          <ac:spMkLst>
            <pc:docMk/>
            <pc:sldMk cId="1221896251" sldId="279"/>
            <ac:spMk id="31" creationId="{7525DDBF-8B00-73BE-0FFF-EB3714BB71BC}"/>
          </ac:spMkLst>
        </pc:spChg>
        <pc:spChg chg="add mod">
          <ac:chgData name="N SRINIVASRAO" userId="e4f6f2814eeb4795" providerId="LiveId" clId="{05A08CEC-94E1-415A-B6BD-F1840C55E903}" dt="2026-02-10T15:38:20.524" v="446" actId="2711"/>
          <ac:spMkLst>
            <pc:docMk/>
            <pc:sldMk cId="1221896251" sldId="279"/>
            <ac:spMk id="32" creationId="{0FC713E9-3EDC-13A1-68B4-BBFFB739BB0B}"/>
          </ac:spMkLst>
        </pc:spChg>
        <pc:spChg chg="mod">
          <ac:chgData name="N SRINIVASRAO" userId="e4f6f2814eeb4795" providerId="LiveId" clId="{05A08CEC-94E1-415A-B6BD-F1840C55E903}" dt="2026-02-10T15:39:22.636" v="449" actId="207"/>
          <ac:spMkLst>
            <pc:docMk/>
            <pc:sldMk cId="1221896251" sldId="279"/>
            <ac:spMk id="35" creationId="{DC38FD47-B68D-ED47-0691-A9C23859133E}"/>
          </ac:spMkLst>
        </pc:spChg>
        <pc:spChg chg="mod">
          <ac:chgData name="N SRINIVASRAO" userId="e4f6f2814eeb4795" providerId="LiveId" clId="{05A08CEC-94E1-415A-B6BD-F1840C55E903}" dt="2026-02-10T15:39:49.759" v="450" actId="207"/>
          <ac:spMkLst>
            <pc:docMk/>
            <pc:sldMk cId="1221896251" sldId="279"/>
            <ac:spMk id="36" creationId="{56E19977-FA2E-50A7-B3AD-4D37C822E488}"/>
          </ac:spMkLst>
        </pc:spChg>
        <pc:spChg chg="add mod">
          <ac:chgData name="N SRINIVASRAO" userId="e4f6f2814eeb4795" providerId="LiveId" clId="{05A08CEC-94E1-415A-B6BD-F1840C55E903}" dt="2026-02-10T15:39:54.734" v="451" actId="207"/>
          <ac:spMkLst>
            <pc:docMk/>
            <pc:sldMk cId="1221896251" sldId="279"/>
            <ac:spMk id="38" creationId="{88B0D798-9DC6-00F0-80CD-33E6359AB12F}"/>
          </ac:spMkLst>
        </pc:spChg>
        <pc:spChg chg="add mod">
          <ac:chgData name="N SRINIVASRAO" userId="e4f6f2814eeb4795" providerId="LiveId" clId="{05A08CEC-94E1-415A-B6BD-F1840C55E903}" dt="2026-02-10T15:38:20.524" v="446" actId="2711"/>
          <ac:spMkLst>
            <pc:docMk/>
            <pc:sldMk cId="1221896251" sldId="279"/>
            <ac:spMk id="39" creationId="{F3440E19-DCFD-A02D-46FF-EB1B1DE84FA5}"/>
          </ac:spMkLst>
        </pc:spChg>
        <pc:spChg chg="add mod">
          <ac:chgData name="N SRINIVASRAO" userId="e4f6f2814eeb4795" providerId="LiveId" clId="{05A08CEC-94E1-415A-B6BD-F1840C55E903}" dt="2026-02-10T15:39:57.627" v="452" actId="207"/>
          <ac:spMkLst>
            <pc:docMk/>
            <pc:sldMk cId="1221896251" sldId="279"/>
            <ac:spMk id="40" creationId="{3C2FD31E-78FA-0806-F051-43A19D3B4B34}"/>
          </ac:spMkLst>
        </pc:spChg>
        <pc:spChg chg="mod">
          <ac:chgData name="N SRINIVASRAO" userId="e4f6f2814eeb4795" providerId="LiveId" clId="{05A08CEC-94E1-415A-B6BD-F1840C55E903}" dt="2026-02-10T15:40:00.669" v="453" actId="207"/>
          <ac:spMkLst>
            <pc:docMk/>
            <pc:sldMk cId="1221896251" sldId="279"/>
            <ac:spMk id="42" creationId="{FE3A8B6A-F5E0-68C4-5998-F41E01FBD18B}"/>
          </ac:spMkLst>
        </pc:spChg>
        <pc:spChg chg="mod">
          <ac:chgData name="N SRINIVASRAO" userId="e4f6f2814eeb4795" providerId="LiveId" clId="{05A08CEC-94E1-415A-B6BD-F1840C55E903}" dt="2026-02-10T15:36:49.497" v="436" actId="207"/>
          <ac:spMkLst>
            <pc:docMk/>
            <pc:sldMk cId="1221896251" sldId="279"/>
            <ac:spMk id="45" creationId="{26C9925F-92F2-6645-F7BD-302DCE1002B7}"/>
          </ac:spMkLst>
        </pc:spChg>
        <pc:spChg chg="add mod">
          <ac:chgData name="N SRINIVASRAO" userId="e4f6f2814eeb4795" providerId="LiveId" clId="{05A08CEC-94E1-415A-B6BD-F1840C55E903}" dt="2026-02-10T15:34:11.823" v="402"/>
          <ac:spMkLst>
            <pc:docMk/>
            <pc:sldMk cId="1221896251" sldId="279"/>
            <ac:spMk id="47" creationId="{835C453D-BC07-21B9-E0FF-634D5436DF3D}"/>
          </ac:spMkLst>
        </pc:spChg>
        <pc:spChg chg="add mod">
          <ac:chgData name="N SRINIVASRAO" userId="e4f6f2814eeb4795" providerId="LiveId" clId="{05A08CEC-94E1-415A-B6BD-F1840C55E903}" dt="2026-02-10T15:34:11.823" v="402"/>
          <ac:spMkLst>
            <pc:docMk/>
            <pc:sldMk cId="1221896251" sldId="279"/>
            <ac:spMk id="50" creationId="{61297FE1-4D09-B6AA-791E-CBF5E9DCBE97}"/>
          </ac:spMkLst>
        </pc:spChg>
        <pc:spChg chg="mod">
          <ac:chgData name="N SRINIVASRAO" userId="e4f6f2814eeb4795" providerId="LiveId" clId="{05A08CEC-94E1-415A-B6BD-F1840C55E903}" dt="2026-02-10T15:38:20.524" v="446" actId="2711"/>
          <ac:spMkLst>
            <pc:docMk/>
            <pc:sldMk cId="1221896251" sldId="279"/>
            <ac:spMk id="56" creationId="{98033647-EB5C-18C3-FB2D-67C806FA4FFF}"/>
          </ac:spMkLst>
        </pc:spChg>
        <pc:spChg chg="mod">
          <ac:chgData name="N SRINIVASRAO" userId="e4f6f2814eeb4795" providerId="LiveId" clId="{05A08CEC-94E1-415A-B6BD-F1840C55E903}" dt="2026-02-10T15:38:20.524" v="446" actId="2711"/>
          <ac:spMkLst>
            <pc:docMk/>
            <pc:sldMk cId="1221896251" sldId="279"/>
            <ac:spMk id="57" creationId="{0655F8D5-3DB2-6603-A275-6926A86A68CE}"/>
          </ac:spMkLst>
        </pc:spChg>
        <pc:spChg chg="add mod">
          <ac:chgData name="N SRINIVASRAO" userId="e4f6f2814eeb4795" providerId="LiveId" clId="{05A08CEC-94E1-415A-B6BD-F1840C55E903}" dt="2026-02-10T15:36:25.739" v="434" actId="1035"/>
          <ac:spMkLst>
            <pc:docMk/>
            <pc:sldMk cId="1221896251" sldId="279"/>
            <ac:spMk id="58" creationId="{EC0520D5-F9BB-315B-6AAF-4012ECA9FFCA}"/>
          </ac:spMkLst>
        </pc:spChg>
      </pc:sldChg>
      <pc:sldChg chg="addSp delSp modSp new mod modTransition">
        <pc:chgData name="N SRINIVASRAO" userId="e4f6f2814eeb4795" providerId="LiveId" clId="{05A08CEC-94E1-415A-B6BD-F1840C55E903}" dt="2026-02-11T05:52:57.819" v="993" actId="14100"/>
        <pc:sldMkLst>
          <pc:docMk/>
          <pc:sldMk cId="1163088061" sldId="280"/>
        </pc:sldMkLst>
        <pc:spChg chg="mod">
          <ac:chgData name="N SRINIVASRAO" userId="e4f6f2814eeb4795" providerId="LiveId" clId="{05A08CEC-94E1-415A-B6BD-F1840C55E903}" dt="2026-02-10T16:04:20.541" v="523"/>
          <ac:spMkLst>
            <pc:docMk/>
            <pc:sldMk cId="1163088061" sldId="280"/>
            <ac:spMk id="2" creationId="{8E0105C5-E4C8-4C60-5622-7E87FA9CE609}"/>
          </ac:spMkLst>
        </pc:spChg>
        <pc:spChg chg="add mod">
          <ac:chgData name="N SRINIVASRAO" userId="e4f6f2814eeb4795" providerId="LiveId" clId="{05A08CEC-94E1-415A-B6BD-F1840C55E903}" dt="2026-02-10T15:55:40.782" v="492"/>
          <ac:spMkLst>
            <pc:docMk/>
            <pc:sldMk cId="1163088061" sldId="280"/>
            <ac:spMk id="9" creationId="{0FB6FE44-A8CA-B498-F771-EA4CCC8D869C}"/>
          </ac:spMkLst>
        </pc:spChg>
        <pc:spChg chg="mod">
          <ac:chgData name="N SRINIVASRAO" userId="e4f6f2814eeb4795" providerId="LiveId" clId="{05A08CEC-94E1-415A-B6BD-F1840C55E903}" dt="2026-02-10T15:59:11.776" v="501" actId="2711"/>
          <ac:spMkLst>
            <pc:docMk/>
            <pc:sldMk cId="1163088061" sldId="280"/>
            <ac:spMk id="13" creationId="{C35BF961-501B-3AE5-5E8C-F69C6002BF5E}"/>
          </ac:spMkLst>
        </pc:spChg>
        <pc:spChg chg="mod">
          <ac:chgData name="N SRINIVASRAO" userId="e4f6f2814eeb4795" providerId="LiveId" clId="{05A08CEC-94E1-415A-B6BD-F1840C55E903}" dt="2026-02-10T15:59:11.776" v="501" actId="2711"/>
          <ac:spMkLst>
            <pc:docMk/>
            <pc:sldMk cId="1163088061" sldId="280"/>
            <ac:spMk id="14" creationId="{AA959194-810D-11E5-DB64-3923B02338C4}"/>
          </ac:spMkLst>
        </pc:spChg>
        <pc:spChg chg="add mod">
          <ac:chgData name="N SRINIVASRAO" userId="e4f6f2814eeb4795" providerId="LiveId" clId="{05A08CEC-94E1-415A-B6BD-F1840C55E903}" dt="2026-02-10T15:59:11.776" v="501" actId="2711"/>
          <ac:spMkLst>
            <pc:docMk/>
            <pc:sldMk cId="1163088061" sldId="280"/>
            <ac:spMk id="15" creationId="{B04B959E-4B34-9B78-7DF6-FA0B7FDC85F9}"/>
          </ac:spMkLst>
        </pc:spChg>
        <pc:spChg chg="add mod">
          <ac:chgData name="N SRINIVASRAO" userId="e4f6f2814eeb4795" providerId="LiveId" clId="{05A08CEC-94E1-415A-B6BD-F1840C55E903}" dt="2026-02-10T15:55:40.782" v="492"/>
          <ac:spMkLst>
            <pc:docMk/>
            <pc:sldMk cId="1163088061" sldId="280"/>
            <ac:spMk id="17" creationId="{D9FD60FC-B98C-5AD7-8D73-062212578F57}"/>
          </ac:spMkLst>
        </pc:spChg>
        <pc:spChg chg="add mod">
          <ac:chgData name="N SRINIVASRAO" userId="e4f6f2814eeb4795" providerId="LiveId" clId="{05A08CEC-94E1-415A-B6BD-F1840C55E903}" dt="2026-02-11T05:52:49.818" v="992" actId="14100"/>
          <ac:spMkLst>
            <pc:docMk/>
            <pc:sldMk cId="1163088061" sldId="280"/>
            <ac:spMk id="18" creationId="{9BAD03A3-9606-40BE-E7AD-A4B2024D56A8}"/>
          </ac:spMkLst>
        </pc:spChg>
        <pc:spChg chg="mod">
          <ac:chgData name="N SRINIVASRAO" userId="e4f6f2814eeb4795" providerId="LiveId" clId="{05A08CEC-94E1-415A-B6BD-F1840C55E903}" dt="2026-02-11T05:52:57.819" v="993" actId="14100"/>
          <ac:spMkLst>
            <pc:docMk/>
            <pc:sldMk cId="1163088061" sldId="280"/>
            <ac:spMk id="19" creationId="{E6F8C5B2-6C3C-B8E2-6F2C-0B745E1A2652}"/>
          </ac:spMkLst>
        </pc:spChg>
        <pc:spChg chg="mod">
          <ac:chgData name="N SRINIVASRAO" userId="e4f6f2814eeb4795" providerId="LiveId" clId="{05A08CEC-94E1-415A-B6BD-F1840C55E903}" dt="2026-02-10T15:59:11.776" v="501" actId="2711"/>
          <ac:spMkLst>
            <pc:docMk/>
            <pc:sldMk cId="1163088061" sldId="280"/>
            <ac:spMk id="21" creationId="{FE8DA818-9B77-474F-0594-C2E256B86F84}"/>
          </ac:spMkLst>
        </pc:spChg>
        <pc:spChg chg="mod">
          <ac:chgData name="N SRINIVASRAO" userId="e4f6f2814eeb4795" providerId="LiveId" clId="{05A08CEC-94E1-415A-B6BD-F1840C55E903}" dt="2026-02-10T15:59:11.776" v="501" actId="2711"/>
          <ac:spMkLst>
            <pc:docMk/>
            <pc:sldMk cId="1163088061" sldId="280"/>
            <ac:spMk id="25" creationId="{20B1BAE5-9680-3909-34A2-8ABD470D8BE5}"/>
          </ac:spMkLst>
        </pc:spChg>
        <pc:spChg chg="add mod">
          <ac:chgData name="N SRINIVASRAO" userId="e4f6f2814eeb4795" providerId="LiveId" clId="{05A08CEC-94E1-415A-B6BD-F1840C55E903}" dt="2026-02-10T15:55:40.782" v="492"/>
          <ac:spMkLst>
            <pc:docMk/>
            <pc:sldMk cId="1163088061" sldId="280"/>
            <ac:spMk id="40" creationId="{9560A0A4-BDCB-CFBB-958E-BA7CB8D0ED30}"/>
          </ac:spMkLst>
        </pc:spChg>
        <pc:spChg chg="add mod">
          <ac:chgData name="N SRINIVASRAO" userId="e4f6f2814eeb4795" providerId="LiveId" clId="{05A08CEC-94E1-415A-B6BD-F1840C55E903}" dt="2026-02-10T15:55:40.782" v="492"/>
          <ac:spMkLst>
            <pc:docMk/>
            <pc:sldMk cId="1163088061" sldId="280"/>
            <ac:spMk id="42" creationId="{D264E39F-89B7-FA5B-90E1-9C82218CC34E}"/>
          </ac:spMkLst>
        </pc:spChg>
        <pc:spChg chg="add mod">
          <ac:chgData name="N SRINIVASRAO" userId="e4f6f2814eeb4795" providerId="LiveId" clId="{05A08CEC-94E1-415A-B6BD-F1840C55E903}" dt="2026-02-10T15:55:40.782" v="492"/>
          <ac:spMkLst>
            <pc:docMk/>
            <pc:sldMk cId="1163088061" sldId="280"/>
            <ac:spMk id="43" creationId="{5331A190-326E-7D35-47E0-88B7E52F8506}"/>
          </ac:spMkLst>
        </pc:spChg>
        <pc:spChg chg="add mod">
          <ac:chgData name="N SRINIVASRAO" userId="e4f6f2814eeb4795" providerId="LiveId" clId="{05A08CEC-94E1-415A-B6BD-F1840C55E903}" dt="2026-02-10T15:59:11.776" v="501" actId="2711"/>
          <ac:spMkLst>
            <pc:docMk/>
            <pc:sldMk cId="1163088061" sldId="280"/>
            <ac:spMk id="47" creationId="{D7AFD465-8481-9651-9B03-2767F4ED81FE}"/>
          </ac:spMkLst>
        </pc:spChg>
        <pc:spChg chg="mod">
          <ac:chgData name="N SRINIVASRAO" userId="e4f6f2814eeb4795" providerId="LiveId" clId="{05A08CEC-94E1-415A-B6BD-F1840C55E903}" dt="2026-02-10T15:59:11.776" v="501" actId="2711"/>
          <ac:spMkLst>
            <pc:docMk/>
            <pc:sldMk cId="1163088061" sldId="280"/>
            <ac:spMk id="51" creationId="{BD9BF418-C9B1-775A-E64E-659319BE2D89}"/>
          </ac:spMkLst>
        </pc:spChg>
        <pc:spChg chg="add mod">
          <ac:chgData name="N SRINIVASRAO" userId="e4f6f2814eeb4795" providerId="LiveId" clId="{05A08CEC-94E1-415A-B6BD-F1840C55E903}" dt="2026-02-10T15:55:40.782" v="492"/>
          <ac:spMkLst>
            <pc:docMk/>
            <pc:sldMk cId="1163088061" sldId="280"/>
            <ac:spMk id="52" creationId="{77A27DE8-8D04-8EE7-FFD2-CD20F300721C}"/>
          </ac:spMkLst>
        </pc:spChg>
        <pc:spChg chg="mod">
          <ac:chgData name="N SRINIVASRAO" userId="e4f6f2814eeb4795" providerId="LiveId" clId="{05A08CEC-94E1-415A-B6BD-F1840C55E903}" dt="2026-02-10T15:59:11.776" v="501" actId="2711"/>
          <ac:spMkLst>
            <pc:docMk/>
            <pc:sldMk cId="1163088061" sldId="280"/>
            <ac:spMk id="56" creationId="{5C774B1D-E989-B152-F61C-44AC1D9C5AAC}"/>
          </ac:spMkLst>
        </pc:spChg>
        <pc:spChg chg="mod">
          <ac:chgData name="N SRINIVASRAO" userId="e4f6f2814eeb4795" providerId="LiveId" clId="{05A08CEC-94E1-415A-B6BD-F1840C55E903}" dt="2026-02-10T15:59:11.776" v="501" actId="2711"/>
          <ac:spMkLst>
            <pc:docMk/>
            <pc:sldMk cId="1163088061" sldId="280"/>
            <ac:spMk id="57" creationId="{A606A3BB-1882-B6CB-9188-2EE50DAF7378}"/>
          </ac:spMkLst>
        </pc:spChg>
        <pc:spChg chg="add mod">
          <ac:chgData name="N SRINIVASRAO" userId="e4f6f2814eeb4795" providerId="LiveId" clId="{05A08CEC-94E1-415A-B6BD-F1840C55E903}" dt="2026-02-10T15:55:50.006" v="496" actId="1036"/>
          <ac:spMkLst>
            <pc:docMk/>
            <pc:sldMk cId="1163088061" sldId="280"/>
            <ac:spMk id="58" creationId="{0F186EBF-7123-5C45-EF22-1A6D075A3329}"/>
          </ac:spMkLst>
        </pc:spChg>
        <pc:spChg chg="add mod">
          <ac:chgData name="N SRINIVASRAO" userId="e4f6f2814eeb4795" providerId="LiveId" clId="{05A08CEC-94E1-415A-B6BD-F1840C55E903}" dt="2026-02-10T15:57:31.040" v="500"/>
          <ac:spMkLst>
            <pc:docMk/>
            <pc:sldMk cId="1163088061" sldId="280"/>
            <ac:spMk id="59" creationId="{40D50459-4874-6718-F3C9-DD376C675B09}"/>
          </ac:spMkLst>
        </pc:spChg>
      </pc:sldChg>
      <pc:sldChg chg="addSp delSp modSp new mod modTransition">
        <pc:chgData name="N SRINIVASRAO" userId="e4f6f2814eeb4795" providerId="LiveId" clId="{05A08CEC-94E1-415A-B6BD-F1840C55E903}" dt="2026-02-11T05:55:50.730" v="1004"/>
        <pc:sldMkLst>
          <pc:docMk/>
          <pc:sldMk cId="2247987479" sldId="281"/>
        </pc:sldMkLst>
        <pc:spChg chg="add mod">
          <ac:chgData name="N SRINIVASRAO" userId="e4f6f2814eeb4795" providerId="LiveId" clId="{05A08CEC-94E1-415A-B6BD-F1840C55E903}" dt="2026-02-10T16:04:05.052" v="521"/>
          <ac:spMkLst>
            <pc:docMk/>
            <pc:sldMk cId="2247987479" sldId="281"/>
            <ac:spMk id="2" creationId="{0D10F527-E1B5-FE63-3FB7-4542656880D6}"/>
          </ac:spMkLst>
        </pc:spChg>
        <pc:spChg chg="add mod">
          <ac:chgData name="N SRINIVASRAO" userId="e4f6f2814eeb4795" providerId="LiveId" clId="{05A08CEC-94E1-415A-B6BD-F1840C55E903}" dt="2026-02-11T05:26:08.193" v="827" actId="1038"/>
          <ac:spMkLst>
            <pc:docMk/>
            <pc:sldMk cId="2247987479" sldId="281"/>
            <ac:spMk id="3" creationId="{AA468943-2422-A096-74E2-104900098F6D}"/>
          </ac:spMkLst>
        </pc:spChg>
        <pc:spChg chg="add mod">
          <ac:chgData name="N SRINIVASRAO" userId="e4f6f2814eeb4795" providerId="LiveId" clId="{05A08CEC-94E1-415A-B6BD-F1840C55E903}" dt="2026-02-11T05:27:22.289" v="835"/>
          <ac:spMkLst>
            <pc:docMk/>
            <pc:sldMk cId="2247987479" sldId="281"/>
            <ac:spMk id="10" creationId="{68453CC8-28D8-A52A-1598-688655CDEF31}"/>
          </ac:spMkLst>
        </pc:spChg>
        <pc:spChg chg="add mod">
          <ac:chgData name="N SRINIVASRAO" userId="e4f6f2814eeb4795" providerId="LiveId" clId="{05A08CEC-94E1-415A-B6BD-F1840C55E903}" dt="2026-02-11T05:27:26.725" v="836"/>
          <ac:spMkLst>
            <pc:docMk/>
            <pc:sldMk cId="2247987479" sldId="281"/>
            <ac:spMk id="17" creationId="{6D0CA7F6-C910-B28D-406E-DAAC96D09A9F}"/>
          </ac:spMkLst>
        </pc:spChg>
        <pc:picChg chg="add mod modCrop">
          <ac:chgData name="N SRINIVASRAO" userId="e4f6f2814eeb4795" providerId="LiveId" clId="{05A08CEC-94E1-415A-B6BD-F1840C55E903}" dt="2026-02-11T05:26:08.193" v="827" actId="1038"/>
          <ac:picMkLst>
            <pc:docMk/>
            <pc:sldMk cId="2247987479" sldId="281"/>
            <ac:picMk id="5" creationId="{03607BA6-E99A-206C-7C8F-48D824BC00D3}"/>
          </ac:picMkLst>
        </pc:picChg>
        <pc:picChg chg="add mod modCrop">
          <ac:chgData name="N SRINIVASRAO" userId="e4f6f2814eeb4795" providerId="LiveId" clId="{05A08CEC-94E1-415A-B6BD-F1840C55E903}" dt="2026-02-11T05:26:08.193" v="827" actId="1038"/>
          <ac:picMkLst>
            <pc:docMk/>
            <pc:sldMk cId="2247987479" sldId="281"/>
            <ac:picMk id="7" creationId="{F3A5CAFB-5348-501B-759B-22DCE4D01420}"/>
          </ac:picMkLst>
        </pc:picChg>
        <pc:picChg chg="add mod">
          <ac:chgData name="N SRINIVASRAO" userId="e4f6f2814eeb4795" providerId="LiveId" clId="{05A08CEC-94E1-415A-B6BD-F1840C55E903}" dt="2026-02-11T05:26:08.193" v="827" actId="1038"/>
          <ac:picMkLst>
            <pc:docMk/>
            <pc:sldMk cId="2247987479" sldId="281"/>
            <ac:picMk id="9" creationId="{B796DCBD-1A32-2C06-4410-B2514A314A06}"/>
          </ac:picMkLst>
        </pc:picChg>
        <pc:picChg chg="add mod modCrop">
          <ac:chgData name="N SRINIVASRAO" userId="e4f6f2814eeb4795" providerId="LiveId" clId="{05A08CEC-94E1-415A-B6BD-F1840C55E903}" dt="2026-02-11T05:26:08.193" v="827" actId="1038"/>
          <ac:picMkLst>
            <pc:docMk/>
            <pc:sldMk cId="2247987479" sldId="281"/>
            <ac:picMk id="12" creationId="{0CAAB876-612A-7825-2B04-9C089276AA05}"/>
          </ac:picMkLst>
        </pc:picChg>
        <pc:picChg chg="add mod modCrop">
          <ac:chgData name="N SRINIVASRAO" userId="e4f6f2814eeb4795" providerId="LiveId" clId="{05A08CEC-94E1-415A-B6BD-F1840C55E903}" dt="2026-02-11T05:26:08.193" v="827" actId="1038"/>
          <ac:picMkLst>
            <pc:docMk/>
            <pc:sldMk cId="2247987479" sldId="281"/>
            <ac:picMk id="14" creationId="{3EB60987-84A8-525C-8112-E2C6535D0D1A}"/>
          </ac:picMkLst>
        </pc:picChg>
        <pc:picChg chg="add mod">
          <ac:chgData name="N SRINIVASRAO" userId="e4f6f2814eeb4795" providerId="LiveId" clId="{05A08CEC-94E1-415A-B6BD-F1840C55E903}" dt="2026-02-11T05:20:21.484" v="726" actId="1036"/>
          <ac:picMkLst>
            <pc:docMk/>
            <pc:sldMk cId="2247987479" sldId="281"/>
            <ac:picMk id="16" creationId="{0DA9CF35-9624-EDC3-D1CF-F57B38DCE549}"/>
          </ac:picMkLst>
        </pc:picChg>
        <pc:picChg chg="add mod modCrop">
          <ac:chgData name="N SRINIVASRAO" userId="e4f6f2814eeb4795" providerId="LiveId" clId="{05A08CEC-94E1-415A-B6BD-F1840C55E903}" dt="2026-02-11T05:26:08.193" v="827" actId="1038"/>
          <ac:picMkLst>
            <pc:docMk/>
            <pc:sldMk cId="2247987479" sldId="281"/>
            <ac:picMk id="19" creationId="{F5D97543-647D-2278-0FE8-84E8D6809CE0}"/>
          </ac:picMkLst>
        </pc:picChg>
        <pc:picChg chg="add mod modCrop">
          <ac:chgData name="N SRINIVASRAO" userId="e4f6f2814eeb4795" providerId="LiveId" clId="{05A08CEC-94E1-415A-B6BD-F1840C55E903}" dt="2026-02-11T05:22:47.902" v="749" actId="1076"/>
          <ac:picMkLst>
            <pc:docMk/>
            <pc:sldMk cId="2247987479" sldId="281"/>
            <ac:picMk id="21" creationId="{D0137EE1-1E4C-6289-9C3A-CB0B096EFD61}"/>
          </ac:picMkLst>
        </pc:picChg>
        <pc:picChg chg="add mod">
          <ac:chgData name="N SRINIVASRAO" userId="e4f6f2814eeb4795" providerId="LiveId" clId="{05A08CEC-94E1-415A-B6BD-F1840C55E903}" dt="2026-02-11T05:34:50.266" v="934" actId="14100"/>
          <ac:picMkLst>
            <pc:docMk/>
            <pc:sldMk cId="2247987479" sldId="281"/>
            <ac:picMk id="25" creationId="{98267B78-5E4D-3EF5-C6FF-07C7658ABF0E}"/>
          </ac:picMkLst>
        </pc:picChg>
      </pc:sldChg>
      <pc:sldChg chg="addSp modSp new mod modTransition">
        <pc:chgData name="N SRINIVASRAO" userId="e4f6f2814eeb4795" providerId="LiveId" clId="{05A08CEC-94E1-415A-B6BD-F1840C55E903}" dt="2026-02-11T05:55:58.756" v="1007"/>
        <pc:sldMkLst>
          <pc:docMk/>
          <pc:sldMk cId="33908378" sldId="282"/>
        </pc:sldMkLst>
        <pc:picChg chg="add mod modCrop">
          <ac:chgData name="N SRINIVASRAO" userId="e4f6f2814eeb4795" providerId="LiveId" clId="{05A08CEC-94E1-415A-B6BD-F1840C55E903}" dt="2026-02-10T16:09:01.139" v="538" actId="732"/>
          <ac:picMkLst>
            <pc:docMk/>
            <pc:sldMk cId="33908378" sldId="282"/>
            <ac:picMk id="3" creationId="{8676EBD0-C244-1083-B68D-1D7862756EA9}"/>
          </ac:picMkLst>
        </pc:picChg>
      </pc:sldChg>
      <pc:sldChg chg="addSp delSp modSp new mod modTransition">
        <pc:chgData name="N SRINIVASRAO" userId="e4f6f2814eeb4795" providerId="LiveId" clId="{05A08CEC-94E1-415A-B6BD-F1840C55E903}" dt="2026-02-11T05:55:53.733" v="1005"/>
        <pc:sldMkLst>
          <pc:docMk/>
          <pc:sldMk cId="2642811724" sldId="283"/>
        </pc:sldMkLst>
        <pc:spChg chg="add mod">
          <ac:chgData name="N SRINIVASRAO" userId="e4f6f2814eeb4795" providerId="LiveId" clId="{05A08CEC-94E1-415A-B6BD-F1840C55E903}" dt="2026-02-11T05:26:27.673" v="829"/>
          <ac:spMkLst>
            <pc:docMk/>
            <pc:sldMk cId="2642811724" sldId="283"/>
            <ac:spMk id="2" creationId="{774E8682-1FC1-860F-FDCB-B4A45ED793F8}"/>
          </ac:spMkLst>
        </pc:spChg>
        <pc:spChg chg="add mod">
          <ac:chgData name="N SRINIVASRAO" userId="e4f6f2814eeb4795" providerId="LiveId" clId="{05A08CEC-94E1-415A-B6BD-F1840C55E903}" dt="2026-02-11T05:27:33.498" v="837"/>
          <ac:spMkLst>
            <pc:docMk/>
            <pc:sldMk cId="2642811724" sldId="283"/>
            <ac:spMk id="4" creationId="{0A67F6AC-8F62-B8F8-B56B-C229812ECFF3}"/>
          </ac:spMkLst>
        </pc:spChg>
        <pc:spChg chg="add mod">
          <ac:chgData name="N SRINIVASRAO" userId="e4f6f2814eeb4795" providerId="LiveId" clId="{05A08CEC-94E1-415A-B6BD-F1840C55E903}" dt="2026-02-11T05:33:55.205" v="925" actId="20577"/>
          <ac:spMkLst>
            <pc:docMk/>
            <pc:sldMk cId="2642811724" sldId="283"/>
            <ac:spMk id="13" creationId="{C4E427AE-2B22-78C2-DF9E-67D8D265740F}"/>
          </ac:spMkLst>
        </pc:spChg>
        <pc:picChg chg="add mod modCrop">
          <ac:chgData name="N SRINIVASRAO" userId="e4f6f2814eeb4795" providerId="LiveId" clId="{05A08CEC-94E1-415A-B6BD-F1840C55E903}" dt="2026-02-11T05:32:46.729" v="907" actId="1035"/>
          <ac:picMkLst>
            <pc:docMk/>
            <pc:sldMk cId="2642811724" sldId="283"/>
            <ac:picMk id="6" creationId="{CC33A035-0992-DF27-608D-FCC1E2991596}"/>
          </ac:picMkLst>
        </pc:picChg>
        <pc:picChg chg="add mod modCrop">
          <ac:chgData name="N SRINIVASRAO" userId="e4f6f2814eeb4795" providerId="LiveId" clId="{05A08CEC-94E1-415A-B6BD-F1840C55E903}" dt="2026-02-11T05:32:46.729" v="907" actId="1035"/>
          <ac:picMkLst>
            <pc:docMk/>
            <pc:sldMk cId="2642811724" sldId="283"/>
            <ac:picMk id="8" creationId="{22E61C80-560A-B80B-9A45-47CABD5FE5FD}"/>
          </ac:picMkLst>
        </pc:picChg>
        <pc:picChg chg="add mod">
          <ac:chgData name="N SRINIVASRAO" userId="e4f6f2814eeb4795" providerId="LiveId" clId="{05A08CEC-94E1-415A-B6BD-F1840C55E903}" dt="2026-02-11T05:32:46.729" v="907" actId="1035"/>
          <ac:picMkLst>
            <pc:docMk/>
            <pc:sldMk cId="2642811724" sldId="283"/>
            <ac:picMk id="10" creationId="{2CC42E37-A5EB-9F34-DB1D-C73142F5D3D0}"/>
          </ac:picMkLst>
        </pc:picChg>
        <pc:picChg chg="add mod modCrop">
          <ac:chgData name="N SRINIVASRAO" userId="e4f6f2814eeb4795" providerId="LiveId" clId="{05A08CEC-94E1-415A-B6BD-F1840C55E903}" dt="2026-02-11T05:38:29.998" v="968" actId="1076"/>
          <ac:picMkLst>
            <pc:docMk/>
            <pc:sldMk cId="2642811724" sldId="283"/>
            <ac:picMk id="16" creationId="{4B3C6839-6F5A-E6FE-3B07-8CC15D2223C3}"/>
          </ac:picMkLst>
        </pc:picChg>
        <pc:picChg chg="add mod modCrop">
          <ac:chgData name="N SRINIVASRAO" userId="e4f6f2814eeb4795" providerId="LiveId" clId="{05A08CEC-94E1-415A-B6BD-F1840C55E903}" dt="2026-02-11T05:37:40.658" v="961" actId="1076"/>
          <ac:picMkLst>
            <pc:docMk/>
            <pc:sldMk cId="2642811724" sldId="283"/>
            <ac:picMk id="18" creationId="{5626B98B-A8AA-A958-4A93-D3A96256C545}"/>
          </ac:picMkLst>
        </pc:picChg>
        <pc:picChg chg="add mod modCrop">
          <ac:chgData name="N SRINIVASRAO" userId="e4f6f2814eeb4795" providerId="LiveId" clId="{05A08CEC-94E1-415A-B6BD-F1840C55E903}" dt="2026-02-11T05:38:38.902" v="970" actId="14100"/>
          <ac:picMkLst>
            <pc:docMk/>
            <pc:sldMk cId="2642811724" sldId="283"/>
            <ac:picMk id="20" creationId="{0223B264-BD93-F425-2F96-010F64191BD9}"/>
          </ac:picMkLst>
        </pc:picChg>
        <pc:picChg chg="add mod modCrop">
          <ac:chgData name="N SRINIVASRAO" userId="e4f6f2814eeb4795" providerId="LiveId" clId="{05A08CEC-94E1-415A-B6BD-F1840C55E903}" dt="2026-02-11T05:38:26.427" v="967" actId="14100"/>
          <ac:picMkLst>
            <pc:docMk/>
            <pc:sldMk cId="2642811724" sldId="283"/>
            <ac:picMk id="22" creationId="{D747D5B5-43CD-1F4E-AA34-375860D0D012}"/>
          </ac:picMkLst>
        </pc:picChg>
      </pc:sldChg>
      <pc:sldChg chg="addSp modSp new mod ord">
        <pc:chgData name="N SRINIVASRAO" userId="e4f6f2814eeb4795" providerId="LiveId" clId="{05A08CEC-94E1-415A-B6BD-F1840C55E903}" dt="2026-03-05T06:33:04.051" v="1073"/>
        <pc:sldMkLst>
          <pc:docMk/>
          <pc:sldMk cId="256705791" sldId="284"/>
        </pc:sldMkLst>
        <pc:spChg chg="add mod">
          <ac:chgData name="N SRINIVASRAO" userId="e4f6f2814eeb4795" providerId="LiveId" clId="{05A08CEC-94E1-415A-B6BD-F1840C55E903}" dt="2026-03-05T06:33:04.051" v="1073"/>
          <ac:spMkLst>
            <pc:docMk/>
            <pc:sldMk cId="256705791" sldId="284"/>
            <ac:spMk id="2" creationId="{B5DC4207-3C16-93B1-F2B0-10132892D9EF}"/>
          </ac:spMkLst>
        </pc:spChg>
        <pc:spChg chg="add mod">
          <ac:chgData name="N SRINIVASRAO" userId="e4f6f2814eeb4795" providerId="LiveId" clId="{05A08CEC-94E1-415A-B6BD-F1840C55E903}" dt="2026-03-05T06:32:16.361" v="1035"/>
          <ac:spMkLst>
            <pc:docMk/>
            <pc:sldMk cId="256705791" sldId="284"/>
            <ac:spMk id="3" creationId="{CCDC4E79-E428-4001-D076-76B595459FE1}"/>
          </ac:spMkLst>
        </pc:spChg>
        <pc:picChg chg="add mod">
          <ac:chgData name="N SRINIVASRAO" userId="e4f6f2814eeb4795" providerId="LiveId" clId="{05A08CEC-94E1-415A-B6BD-F1840C55E903}" dt="2026-03-05T06:29:49.513" v="1031" actId="1076"/>
          <ac:picMkLst>
            <pc:docMk/>
            <pc:sldMk cId="256705791" sldId="284"/>
            <ac:picMk id="1026" creationId="{18BB5046-4237-68EB-76D9-B1ED4B14D1E1}"/>
          </ac:picMkLst>
        </pc:picChg>
      </pc:sldChg>
      <pc:sldChg chg="addSp modSp new ord">
        <pc:chgData name="N SRINIVASRAO" userId="e4f6f2814eeb4795" providerId="LiveId" clId="{05A08CEC-94E1-415A-B6BD-F1840C55E903}" dt="2026-03-05T06:33:20.795" v="1074"/>
        <pc:sldMkLst>
          <pc:docMk/>
          <pc:sldMk cId="137446102" sldId="285"/>
        </pc:sldMkLst>
        <pc:spChg chg="add mod">
          <ac:chgData name="N SRINIVASRAO" userId="e4f6f2814eeb4795" providerId="LiveId" clId="{05A08CEC-94E1-415A-B6BD-F1840C55E903}" dt="2026-03-05T06:33:20.795" v="1074"/>
          <ac:spMkLst>
            <pc:docMk/>
            <pc:sldMk cId="137446102" sldId="285"/>
            <ac:spMk id="2" creationId="{B7A73D38-71F3-7552-1380-2F470A4C119F}"/>
          </ac:spMkLst>
        </pc:spChg>
        <pc:spChg chg="add mod">
          <ac:chgData name="N SRINIVASRAO" userId="e4f6f2814eeb4795" providerId="LiveId" clId="{05A08CEC-94E1-415A-B6BD-F1840C55E903}" dt="2026-03-05T06:33:20.795" v="1074"/>
          <ac:spMkLst>
            <pc:docMk/>
            <pc:sldMk cId="137446102" sldId="285"/>
            <ac:spMk id="3" creationId="{178739DB-C880-F23E-74D7-CEC2A2D5EFDB}"/>
          </ac:spMkLst>
        </pc:spChg>
        <pc:picChg chg="add mod">
          <ac:chgData name="N SRINIVASRAO" userId="e4f6f2814eeb4795" providerId="LiveId" clId="{05A08CEC-94E1-415A-B6BD-F1840C55E903}" dt="2026-03-05T06:29:56.505" v="1032" actId="1076"/>
          <ac:picMkLst>
            <pc:docMk/>
            <pc:sldMk cId="137446102" sldId="285"/>
            <ac:picMk id="2050" creationId="{28B0823B-6B89-C407-4E90-6EF378E132C8}"/>
          </ac:picMkLst>
        </pc:picChg>
      </pc:sldChg>
      <pc:sldChg chg="addSp modSp new del ord">
        <pc:chgData name="N SRINIVASRAO" userId="e4f6f2814eeb4795" providerId="LiveId" clId="{05A08CEC-94E1-415A-B6BD-F1840C55E903}" dt="2026-03-06T06:59:59.069" v="1123" actId="47"/>
        <pc:sldMkLst>
          <pc:docMk/>
          <pc:sldMk cId="367308370" sldId="286"/>
        </pc:sldMkLst>
        <pc:picChg chg="add mod">
          <ac:chgData name="N SRINIVASRAO" userId="e4f6f2814eeb4795" providerId="LiveId" clId="{05A08CEC-94E1-415A-B6BD-F1840C55E903}" dt="2026-03-06T06:50:12.092" v="1122" actId="1076"/>
          <ac:picMkLst>
            <pc:docMk/>
            <pc:sldMk cId="367308370" sldId="286"/>
            <ac:picMk id="2" creationId="{D86E3988-EC56-68A9-1A7B-BC14E9141D29}"/>
          </ac:picMkLst>
        </pc:picChg>
      </pc:sldChg>
      <pc:sldChg chg="addSp modSp new del mod">
        <pc:chgData name="N SRINIVASRAO" userId="e4f6f2814eeb4795" providerId="LiveId" clId="{05A08CEC-94E1-415A-B6BD-F1840C55E903}" dt="2026-03-06T07:00:01.659" v="1124" actId="47"/>
        <pc:sldMkLst>
          <pc:docMk/>
          <pc:sldMk cId="2495993962" sldId="287"/>
        </pc:sldMkLst>
        <pc:spChg chg="add mod">
          <ac:chgData name="N SRINIVASRAO" userId="e4f6f2814eeb4795" providerId="LiveId" clId="{05A08CEC-94E1-415A-B6BD-F1840C55E903}" dt="2026-03-06T06:48:33.900" v="1120" actId="1076"/>
          <ac:spMkLst>
            <pc:docMk/>
            <pc:sldMk cId="2495993962" sldId="287"/>
            <ac:spMk id="2" creationId="{A3D1BF93-EF9D-676F-3BB0-F21D30252033}"/>
          </ac:spMkLst>
        </pc:spChg>
        <pc:spChg chg="add mod">
          <ac:chgData name="N SRINIVASRAO" userId="e4f6f2814eeb4795" providerId="LiveId" clId="{05A08CEC-94E1-415A-B6BD-F1840C55E903}" dt="2026-03-06T06:48:33.900" v="1120" actId="1076"/>
          <ac:spMkLst>
            <pc:docMk/>
            <pc:sldMk cId="2495993962" sldId="287"/>
            <ac:spMk id="4" creationId="{F68DE7D9-451C-3785-7348-ABF6D1248AF9}"/>
          </ac:spMkLst>
        </pc:spChg>
        <pc:spChg chg="add mod">
          <ac:chgData name="N SRINIVASRAO" userId="e4f6f2814eeb4795" providerId="LiveId" clId="{05A08CEC-94E1-415A-B6BD-F1840C55E903}" dt="2026-03-06T06:48:33.900" v="1120" actId="1076"/>
          <ac:spMkLst>
            <pc:docMk/>
            <pc:sldMk cId="2495993962" sldId="287"/>
            <ac:spMk id="6" creationId="{43A24A1C-50A0-3EE6-076B-B1F4AB140A9C}"/>
          </ac:spMkLst>
        </pc:spChg>
        <pc:spChg chg="add mod">
          <ac:chgData name="N SRINIVASRAO" userId="e4f6f2814eeb4795" providerId="LiveId" clId="{05A08CEC-94E1-415A-B6BD-F1840C55E903}" dt="2026-03-06T06:48:33.900" v="1120" actId="1076"/>
          <ac:spMkLst>
            <pc:docMk/>
            <pc:sldMk cId="2495993962" sldId="287"/>
            <ac:spMk id="20" creationId="{51EC061F-E7BB-DAE8-CD60-52D195049F86}"/>
          </ac:spMkLst>
        </pc:spChg>
        <pc:spChg chg="add mod">
          <ac:chgData name="N SRINIVASRAO" userId="e4f6f2814eeb4795" providerId="LiveId" clId="{05A08CEC-94E1-415A-B6BD-F1840C55E903}" dt="2026-03-06T06:48:33.900" v="1120" actId="1076"/>
          <ac:spMkLst>
            <pc:docMk/>
            <pc:sldMk cId="2495993962" sldId="287"/>
            <ac:spMk id="27" creationId="{0A084C3D-6948-8EA0-803F-F6A48B49D644}"/>
          </ac:spMkLst>
        </pc:spChg>
        <pc:spChg chg="add mod">
          <ac:chgData name="N SRINIVASRAO" userId="e4f6f2814eeb4795" providerId="LiveId" clId="{05A08CEC-94E1-415A-B6BD-F1840C55E903}" dt="2026-03-06T06:48:33.900" v="1120" actId="1076"/>
          <ac:spMkLst>
            <pc:docMk/>
            <pc:sldMk cId="2495993962" sldId="287"/>
            <ac:spMk id="32" creationId="{E367AA44-FECB-0AA7-1350-FCDD72FFE77B}"/>
          </ac:spMkLst>
        </pc:spChg>
        <pc:spChg chg="add mod">
          <ac:chgData name="N SRINIVASRAO" userId="e4f6f2814eeb4795" providerId="LiveId" clId="{05A08CEC-94E1-415A-B6BD-F1840C55E903}" dt="2026-03-06T06:48:33.900" v="1120" actId="1076"/>
          <ac:spMkLst>
            <pc:docMk/>
            <pc:sldMk cId="2495993962" sldId="287"/>
            <ac:spMk id="42" creationId="{64761200-AAE2-B169-54EC-C8A26190A62F}"/>
          </ac:spMkLst>
        </pc:spChg>
        <pc:spChg chg="add mod">
          <ac:chgData name="N SRINIVASRAO" userId="e4f6f2814eeb4795" providerId="LiveId" clId="{05A08CEC-94E1-415A-B6BD-F1840C55E903}" dt="2026-03-06T06:48:33.900" v="1120" actId="1076"/>
          <ac:spMkLst>
            <pc:docMk/>
            <pc:sldMk cId="2495993962" sldId="287"/>
            <ac:spMk id="44" creationId="{8D9ECE5D-DD6B-AF15-6D6E-A14E0D80158A}"/>
          </ac:spMkLst>
        </pc:spChg>
        <pc:spChg chg="add mod">
          <ac:chgData name="N SRINIVASRAO" userId="e4f6f2814eeb4795" providerId="LiveId" clId="{05A08CEC-94E1-415A-B6BD-F1840C55E903}" dt="2026-03-06T06:48:33.900" v="1120" actId="1076"/>
          <ac:spMkLst>
            <pc:docMk/>
            <pc:sldMk cId="2495993962" sldId="287"/>
            <ac:spMk id="46" creationId="{0B1B1965-D7D1-98C1-47BE-EB1BECB1C67B}"/>
          </ac:spMkLst>
        </pc:spChg>
        <pc:spChg chg="add mod">
          <ac:chgData name="N SRINIVASRAO" userId="e4f6f2814eeb4795" providerId="LiveId" clId="{05A08CEC-94E1-415A-B6BD-F1840C55E903}" dt="2026-03-06T06:48:33.900" v="1120" actId="1076"/>
          <ac:spMkLst>
            <pc:docMk/>
            <pc:sldMk cId="2495993962" sldId="287"/>
            <ac:spMk id="56" creationId="{09B4BACE-1EAC-C764-155D-1D7D1B8A90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977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10438"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7988" cy="4800600"/>
          </a:xfrm>
          <a:prstGeom prst="rect">
            <a:avLst/>
          </a:prstGeom>
        </p:spPr>
        <p:txBody>
          <a:bodyPr/>
          <a:lstStyle/>
          <a:p>
            <a:endParaRPr lang="en-IN"/>
          </a:p>
        </p:txBody>
      </p:sp>
    </p:spTree>
    <p:extLst>
      <p:ext uri="{BB962C8B-B14F-4D97-AF65-F5344CB8AC3E}">
        <p14:creationId xmlns:p14="http://schemas.microsoft.com/office/powerpoint/2010/main" val="770368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18095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035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2772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0212-E2D6-DB3C-C671-DA3FFDACBD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B1DBA2-DB25-4624-E4B1-54D9AFB7177A}"/>
              </a:ext>
            </a:extLst>
          </p:cNvPr>
          <p:cNvSpPr>
            <a:spLocks noGrp="1"/>
          </p:cNvSpPr>
          <p:nvPr>
            <p:ph type="dt" sz="half" idx="10"/>
          </p:nvPr>
        </p:nvSpPr>
        <p:spPr/>
        <p:txBody>
          <a:bodyPr/>
          <a:lstStyle/>
          <a:p>
            <a:fld id="{C01F2D53-7581-4445-9CB6-0AB4F4A23EE6}" type="datetimeFigureOut">
              <a:rPr lang="en-IN" smtClean="0"/>
              <a:t>21-04-2026</a:t>
            </a:fld>
            <a:endParaRPr lang="en-IN"/>
          </a:p>
        </p:txBody>
      </p:sp>
      <p:sp>
        <p:nvSpPr>
          <p:cNvPr id="4" name="Footer Placeholder 3">
            <a:extLst>
              <a:ext uri="{FF2B5EF4-FFF2-40B4-BE49-F238E27FC236}">
                <a16:creationId xmlns:a16="http://schemas.microsoft.com/office/drawing/2014/main" id="{BBC39AE4-8C7F-D165-AD68-B913C427A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79A0CA-585B-803D-F047-340E5F1FC470}"/>
              </a:ext>
            </a:extLst>
          </p:cNvPr>
          <p:cNvSpPr>
            <a:spLocks noGrp="1"/>
          </p:cNvSpPr>
          <p:nvPr>
            <p:ph type="sldNum" sz="quarter" idx="12"/>
          </p:nvPr>
        </p:nvSpPr>
        <p:spPr/>
        <p:txBody>
          <a:bodyPr/>
          <a:lstStyle/>
          <a:p>
            <a:fld id="{92BFC839-8200-417E-B560-30E4B2B5BD31}" type="slidenum">
              <a:rPr lang="en-IN" smtClean="0"/>
              <a:t>‹#›</a:t>
            </a:fld>
            <a:endParaRPr lang="en-IN"/>
          </a:p>
        </p:txBody>
      </p:sp>
    </p:spTree>
    <p:extLst>
      <p:ext uri="{BB962C8B-B14F-4D97-AF65-F5344CB8AC3E}">
        <p14:creationId xmlns:p14="http://schemas.microsoft.com/office/powerpoint/2010/main" val="36244163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7521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ijert.org/braille-based-iot-home-automation-system-for-visually-impaired-users-using-esp32-microcontroller-ijertv15is03086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300413" y="1194309"/>
            <a:ext cx="1591177" cy="1591177"/>
          </a:xfrm>
          <a:prstGeom prst="rect">
            <a:avLst/>
          </a:prstGeom>
        </p:spPr>
      </p:pic>
      <p:sp>
        <p:nvSpPr>
          <p:cNvPr id="4" name="Text 0"/>
          <p:cNvSpPr/>
          <p:nvPr/>
        </p:nvSpPr>
        <p:spPr>
          <a:xfrm>
            <a:off x="917410" y="3076074"/>
            <a:ext cx="10357183" cy="1173398"/>
          </a:xfrm>
          <a:prstGeom prst="rect">
            <a:avLst/>
          </a:prstGeom>
          <a:noFill/>
          <a:ln/>
        </p:spPr>
        <p:txBody>
          <a:bodyPr wrap="square" lIns="0" tIns="0" rIns="0" bIns="0" rtlCol="0" anchor="t"/>
          <a:lstStyle/>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Braille-Based IoT Home Automation for </a:t>
            </a:r>
          </a:p>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Multi-Disability Empowerment</a:t>
            </a:r>
            <a:endParaRPr lang="en-US" sz="2667" dirty="0">
              <a:latin typeface="Times New Roman" panose="02020603050405020304" pitchFamily="18" charset="0"/>
              <a:cs typeface="Times New Roman" panose="02020603050405020304" pitchFamily="18" charset="0"/>
            </a:endParaRPr>
          </a:p>
        </p:txBody>
      </p:sp>
      <p:sp>
        <p:nvSpPr>
          <p:cNvPr id="2" name="TextBox 3">
            <a:extLst>
              <a:ext uri="{FF2B5EF4-FFF2-40B4-BE49-F238E27FC236}">
                <a16:creationId xmlns:a16="http://schemas.microsoft.com/office/drawing/2014/main" id="{0F4C56B9-2995-E5A9-DF47-5F45733E86DE}"/>
              </a:ext>
            </a:extLst>
          </p:cNvPr>
          <p:cNvSpPr txBox="1"/>
          <p:nvPr/>
        </p:nvSpPr>
        <p:spPr>
          <a:xfrm>
            <a:off x="394122" y="396956"/>
            <a:ext cx="11403759" cy="1163267"/>
          </a:xfrm>
          <a:prstGeom prst="rect">
            <a:avLst/>
          </a:prstGeom>
          <a:noFill/>
        </p:spPr>
        <p:txBody>
          <a:bodyPr wrap="square" rtlCol="0">
            <a:spAutoFit/>
          </a:bodyPr>
          <a:lstStyle/>
          <a:p>
            <a:pPr algn="ctr"/>
            <a:r>
              <a:rPr lang="en-US" sz="3125" b="1" dirty="0">
                <a:latin typeface="Times New Roman" panose="02020603050405020304" pitchFamily="18" charset="0"/>
                <a:cs typeface="Times New Roman" panose="02020603050405020304" pitchFamily="18" charset="0"/>
              </a:rPr>
              <a:t>SESHADRI RAO GUDLAVALLERU ENGINEERING COLEGE</a:t>
            </a:r>
          </a:p>
          <a:p>
            <a:pPr algn="ctr"/>
            <a:r>
              <a:rPr lang="en-US" sz="1917" i="1" dirty="0">
                <a:latin typeface="Times New Roman" panose="02020603050405020304" pitchFamily="18" charset="0"/>
                <a:cs typeface="Times New Roman" panose="02020603050405020304" pitchFamily="18" charset="0"/>
              </a:rPr>
              <a:t>(An Autonomous Institute permanently affiliated to JNTUK , Kakinada)</a:t>
            </a:r>
            <a:br>
              <a:rPr lang="en-US" sz="1917" i="1" dirty="0">
                <a:latin typeface="Times New Roman" panose="02020603050405020304" pitchFamily="18" charset="0"/>
                <a:cs typeface="Times New Roman" panose="02020603050405020304" pitchFamily="18" charset="0"/>
              </a:rPr>
            </a:br>
            <a:endParaRPr lang="en-US" sz="1917" i="1" dirty="0">
              <a:latin typeface="Times New Roman" panose="02020603050405020304" pitchFamily="18" charset="0"/>
              <a:cs typeface="Times New Roman" panose="02020603050405020304" pitchFamily="18" charset="0"/>
            </a:endParaRPr>
          </a:p>
        </p:txBody>
      </p:sp>
      <p:sp>
        <p:nvSpPr>
          <p:cNvPr id="9" name="TextBox 5">
            <a:extLst>
              <a:ext uri="{FF2B5EF4-FFF2-40B4-BE49-F238E27FC236}">
                <a16:creationId xmlns:a16="http://schemas.microsoft.com/office/drawing/2014/main" id="{2B41BFEB-B85C-6008-A552-CB34DBDC96D4}"/>
              </a:ext>
            </a:extLst>
          </p:cNvPr>
          <p:cNvSpPr txBox="1"/>
          <p:nvPr/>
        </p:nvSpPr>
        <p:spPr>
          <a:xfrm>
            <a:off x="2822287" y="2701623"/>
            <a:ext cx="6547428" cy="387350"/>
          </a:xfrm>
          <a:prstGeom prst="rect">
            <a:avLst/>
          </a:prstGeom>
          <a:noFill/>
        </p:spPr>
        <p:txBody>
          <a:bodyPr wrap="square" rtlCol="0">
            <a:spAutoFit/>
          </a:bodyPr>
          <a:lstStyle/>
          <a:p>
            <a:pPr algn="l"/>
            <a:r>
              <a:rPr lang="en-US" sz="1917" b="1" dirty="0">
                <a:latin typeface="Times New Roman" panose="02020603050405020304" pitchFamily="18" charset="0"/>
                <a:cs typeface="Times New Roman" panose="02020603050405020304" pitchFamily="18" charset="0"/>
              </a:rPr>
              <a:t>Department of Electronics and Communication Engineering </a:t>
            </a:r>
          </a:p>
        </p:txBody>
      </p:sp>
      <p:sp>
        <p:nvSpPr>
          <p:cNvPr id="11" name="Text 1"/>
          <p:cNvSpPr/>
          <p:nvPr/>
        </p:nvSpPr>
        <p:spPr>
          <a:xfrm>
            <a:off x="7275207" y="5063107"/>
            <a:ext cx="10748211" cy="1399527"/>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Batch Members:</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Manikanta Raghava — 23485A0424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 Jahnavi — 22481A04F5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Venkata Siva Prasanth — 23485A0423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Md. Habeeb Pasha — 22481A04F8</a:t>
            </a:r>
            <a:endParaRPr lang="en-US" sz="1917" dirty="0">
              <a:latin typeface="Times New Roman" panose="02020603050405020304" pitchFamily="18" charset="0"/>
              <a:cs typeface="Times New Roman" panose="02020603050405020304" pitchFamily="18" charset="0"/>
            </a:endParaRPr>
          </a:p>
        </p:txBody>
      </p:sp>
      <p:sp>
        <p:nvSpPr>
          <p:cNvPr id="12" name="Text 2"/>
          <p:cNvSpPr/>
          <p:nvPr/>
        </p:nvSpPr>
        <p:spPr>
          <a:xfrm>
            <a:off x="917409" y="5360232"/>
            <a:ext cx="4233712" cy="909282"/>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Guided by:</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Mr. V. Vittal Reddy</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(Associate Professor)</a:t>
            </a:r>
            <a:endParaRPr lang="en-US" sz="1917"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4CD830D-CF25-3522-AAEB-8446BA8A10D7}"/>
              </a:ext>
            </a:extLst>
          </p:cNvPr>
          <p:cNvSpPr txBox="1"/>
          <p:nvPr/>
        </p:nvSpPr>
        <p:spPr>
          <a:xfrm>
            <a:off x="7190539" y="4682416"/>
            <a:ext cx="1651414" cy="387350"/>
          </a:xfrm>
          <a:prstGeom prst="rect">
            <a:avLst/>
          </a:prstGeom>
          <a:noFill/>
        </p:spPr>
        <p:txBody>
          <a:bodyPr wrap="none" rtlCol="0">
            <a:spAutoFit/>
          </a:bodyPr>
          <a:lstStyle/>
          <a:p>
            <a:r>
              <a:rPr lang="en-US" sz="1917" b="1" dirty="0">
                <a:latin typeface="Times New Roman" panose="02020603050405020304" pitchFamily="18" charset="0"/>
                <a:cs typeface="Times New Roman" panose="02020603050405020304" pitchFamily="18" charset="0"/>
              </a:rPr>
              <a:t>Batch No : </a:t>
            </a:r>
            <a:r>
              <a:rPr lang="en-US" sz="1917" dirty="0">
                <a:latin typeface="Times New Roman" panose="02020603050405020304" pitchFamily="18" charset="0"/>
                <a:cs typeface="Times New Roman" panose="02020603050405020304" pitchFamily="18" charset="0"/>
              </a:rPr>
              <a:t>C5</a:t>
            </a:r>
            <a:endParaRPr lang="en-IN" sz="191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16FA418-A188-FEAC-974F-DF06F1D2F3EC}"/>
              </a:ext>
            </a:extLst>
          </p:cNvPr>
          <p:cNvSpPr/>
          <p:nvPr/>
        </p:nvSpPr>
        <p:spPr>
          <a:xfrm>
            <a:off x="4545381" y="617936"/>
            <a:ext cx="3101238"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Presentation Flow</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82844591-197D-147A-3488-7E3152C5BD36}"/>
              </a:ext>
            </a:extLst>
          </p:cNvPr>
          <p:cNvSpPr/>
          <p:nvPr/>
        </p:nvSpPr>
        <p:spPr>
          <a:xfrm>
            <a:off x="317500" y="1106191"/>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4" name="TextBox 3">
            <a:extLst>
              <a:ext uri="{FF2B5EF4-FFF2-40B4-BE49-F238E27FC236}">
                <a16:creationId xmlns:a16="http://schemas.microsoft.com/office/drawing/2014/main" id="{867A7E3A-4754-4F1A-2DF4-119F5A2D0762}"/>
              </a:ext>
            </a:extLst>
          </p:cNvPr>
          <p:cNvSpPr txBox="1"/>
          <p:nvPr/>
        </p:nvSpPr>
        <p:spPr>
          <a:xfrm>
            <a:off x="3672901" y="1347019"/>
            <a:ext cx="4846198" cy="5078313"/>
          </a:xfrm>
          <a:prstGeom prst="rect">
            <a:avLst/>
          </a:prstGeom>
          <a:noFill/>
        </p:spPr>
        <p:txBody>
          <a:bodyPr wrap="non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Objectives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Abstract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and Software details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Architecture diagram</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execution flow</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Module Communication &amp; Braille Recognition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Supported Commands &amp; Feedback Patterns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Light Control</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Fan Controlling Capacitive Regulator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Capacitive Regulation in Fan Speed Control</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Emergency System Working</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Overcoming Fire Detection Challenges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IoT Integration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Password circuit operation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Outputs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and Future Scope</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116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EE28D52-8557-827A-FF44-9B69AC57CF00}"/>
              </a:ext>
            </a:extLst>
          </p:cNvPr>
          <p:cNvSpPr/>
          <p:nvPr/>
        </p:nvSpPr>
        <p:spPr>
          <a:xfrm>
            <a:off x="3358556" y="617936"/>
            <a:ext cx="54748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Introduction</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DB3F0D28-C4A8-A0E8-4F75-B12B78BDA0F7}"/>
              </a:ext>
            </a:extLst>
          </p:cNvPr>
          <p:cNvSpPr/>
          <p:nvPr/>
        </p:nvSpPr>
        <p:spPr>
          <a:xfrm>
            <a:off x="317500" y="1106191"/>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4" name="TextBox 3">
            <a:extLst>
              <a:ext uri="{FF2B5EF4-FFF2-40B4-BE49-F238E27FC236}">
                <a16:creationId xmlns:a16="http://schemas.microsoft.com/office/drawing/2014/main" id="{EAA3EE43-AD34-77AE-55D0-454CA06496DF}"/>
              </a:ext>
            </a:extLst>
          </p:cNvPr>
          <p:cNvSpPr txBox="1"/>
          <p:nvPr/>
        </p:nvSpPr>
        <p:spPr>
          <a:xfrm>
            <a:off x="803910" y="1860133"/>
            <a:ext cx="10584180" cy="3416320"/>
          </a:xfrm>
          <a:prstGeom prst="rect">
            <a:avLst/>
          </a:prstGeom>
          <a:noFill/>
        </p:spPr>
        <p:txBody>
          <a:bodyPr wrap="square" rtlCol="0">
            <a:spAutoFit/>
          </a:bodyPr>
          <a:lstStyle/>
          <a:p>
            <a:pPr algn="just"/>
            <a:r>
              <a:rPr lang="en-US" dirty="0"/>
              <a:t>	The advancement of IoT has enabled smart home automation, but most systems rely on visual interfaces or voice commands, making them difficult for visually impaired users to operate independently. These systems often fail in noisy environments and do not provide reliable, accessible control. </a:t>
            </a:r>
          </a:p>
          <a:p>
            <a:pPr algn="just"/>
            <a:r>
              <a:rPr lang="en-US" dirty="0"/>
              <a:t>	To address this challenge, this project proposes a Braille-Based IoT Home Automation System that enables users to control home appliances through a tactile Braille keypad, eliminating the need for sight or voice.</a:t>
            </a:r>
          </a:p>
          <a:p>
            <a:pPr algn="just"/>
            <a:r>
              <a:rPr lang="en-US" dirty="0"/>
              <a:t>	The system uses ESP32-based dual modules for wireless communication and appliance control. A 6-button Braille interface converts user input into commands, while relays control devices like lights, fans, and door locks. To enhance usability, buzzer and vibration feedback provide real-time confirmation. Additionally, a dual-sensor safety system (IR + Gas) ensures accurate fire detection, and Blynk IoT integration allows remote monitoring and alerts.</a:t>
            </a:r>
          </a:p>
          <a:p>
            <a:pPr algn="just"/>
            <a:endParaRPr lang="en-IN" dirty="0"/>
          </a:p>
        </p:txBody>
      </p:sp>
    </p:spTree>
    <p:extLst>
      <p:ext uri="{BB962C8B-B14F-4D97-AF65-F5344CB8AC3E}">
        <p14:creationId xmlns:p14="http://schemas.microsoft.com/office/powerpoint/2010/main" val="3042405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58556" y="617936"/>
            <a:ext cx="54748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Objectives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F25B3A81-5819-6A8B-5397-94D0C3846DD1}"/>
              </a:ext>
            </a:extLst>
          </p:cNvPr>
          <p:cNvSpPr txBox="1"/>
          <p:nvPr/>
        </p:nvSpPr>
        <p:spPr>
          <a:xfrm>
            <a:off x="1797540" y="2351069"/>
            <a:ext cx="8596923" cy="2195729"/>
          </a:xfrm>
          <a:prstGeom prst="rect">
            <a:avLst/>
          </a:prstGeom>
          <a:noFill/>
        </p:spPr>
        <p:txBody>
          <a:bodyPr wrap="square" rtlCol="0">
            <a:spAutoFit/>
          </a:bodyPr>
          <a:lstStyle/>
          <a:p>
            <a:pPr marL="285739" indent="-285739" algn="just">
              <a:buFont typeface="+mj-lt"/>
              <a:buAutoNum type="arabicPeriod"/>
            </a:pPr>
            <a:r>
              <a:rPr lang="en-US" sz="1917" dirty="0">
                <a:latin typeface="Times New Roman" panose="02020603050405020304" pitchFamily="18" charset="0"/>
                <a:cs typeface="Times New Roman" panose="02020603050405020304" pitchFamily="18" charset="0"/>
              </a:rPr>
              <a:t>Develop a low-cost, accessible Braille-based IoT system that empowers visually and speech-impaired individuals to control home appliances independently, providing real-time confirmation through haptic feedback and auditory feedback  to ensure ease of use.</a:t>
            </a:r>
          </a:p>
          <a:p>
            <a:pPr marL="285739" indent="-285739" algn="just">
              <a:buFont typeface="+mj-lt"/>
              <a:buAutoNum type="arabicPeriod"/>
            </a:pPr>
            <a:r>
              <a:rPr lang="en-US" sz="2000" dirty="0">
                <a:latin typeface="Times New Roman" panose="02020603050405020304" pitchFamily="18" charset="0"/>
                <a:cs typeface="Times New Roman" panose="02020603050405020304" pitchFamily="18" charset="0"/>
              </a:rPr>
              <a:t>Implement an intelligent emergency alert system that detects hazards like fire and notifies caregivers via Blynk IoT cloud push notifications upon user confirmation.</a:t>
            </a:r>
            <a:endParaRPr lang="en-IN" sz="1917" dirty="0">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75B87A2B-0222-624A-568F-76BB58C2AB83}"/>
              </a:ext>
            </a:extLst>
          </p:cNvPr>
          <p:cNvSpPr/>
          <p:nvPr/>
        </p:nvSpPr>
        <p:spPr>
          <a:xfrm>
            <a:off x="317500" y="1106191"/>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36356" y="447534"/>
            <a:ext cx="51192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Abstract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60C2277-8739-2D8D-BC48-22ACE58AD221}"/>
              </a:ext>
            </a:extLst>
          </p:cNvPr>
          <p:cNvSpPr txBox="1"/>
          <p:nvPr/>
        </p:nvSpPr>
        <p:spPr>
          <a:xfrm>
            <a:off x="708949" y="2358988"/>
            <a:ext cx="10774102" cy="2157450"/>
          </a:xfrm>
          <a:prstGeom prst="rect">
            <a:avLst/>
          </a:prstGeom>
          <a:noFill/>
        </p:spPr>
        <p:txBody>
          <a:bodyPr wrap="square">
            <a:spAutoFit/>
          </a:bodyPr>
          <a:lstStyle/>
          <a:p>
            <a:pPr algn="just"/>
            <a:r>
              <a:rPr lang="en-US" sz="1917" dirty="0">
                <a:latin typeface="Times New Roman" panose="02020603050405020304" pitchFamily="18" charset="0"/>
                <a:cs typeface="Times New Roman" panose="02020603050405020304" pitchFamily="18" charset="0"/>
              </a:rPr>
              <a:t>This project presents a Braille-based IoT home automation system designed to assist visually and speech-impaired individuals. Built on ESP32 microcontrollers, the system employs a custom persistent TCP protocol to transmit commands from a portable six-dot Braille keypad to a central appliance controller. Accessibility is ensured through simultaneous haptic (vibration) and auditory feedback for the user, while an SSD1306 OLED display provides visual status for caregivers. Additionally, the system integrates flame sensors and Blynk IoT connectivity to provide real-time safety alerts, offering a secure, reliable, and inclusive alternative to conventional smart home controls.</a:t>
            </a:r>
          </a:p>
        </p:txBody>
      </p:sp>
      <p:sp>
        <p:nvSpPr>
          <p:cNvPr id="3" name="Shape 2">
            <a:extLst>
              <a:ext uri="{FF2B5EF4-FFF2-40B4-BE49-F238E27FC236}">
                <a16:creationId xmlns:a16="http://schemas.microsoft.com/office/drawing/2014/main" id="{64EB8918-E5F5-50A3-7316-E077E776C9F2}"/>
              </a:ext>
            </a:extLst>
          </p:cNvPr>
          <p:cNvSpPr/>
          <p:nvPr/>
        </p:nvSpPr>
        <p:spPr>
          <a:xfrm>
            <a:off x="317500" y="951716"/>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7302" y="176983"/>
            <a:ext cx="11684682" cy="327302"/>
          </a:xfrm>
          <a:prstGeom prst="rect">
            <a:avLst/>
          </a:prstGeom>
          <a:noFill/>
          <a:ln/>
        </p:spPr>
        <p:txBody>
          <a:bodyPr wrap="square" lIns="0" tIns="0" rIns="0" bIns="0" rtlCol="0" anchor="ctr"/>
          <a:lstStyle/>
          <a:p>
            <a:pPr algn="ctr">
              <a:lnSpc>
                <a:spcPct val="90000"/>
              </a:lnSpc>
            </a:pPr>
            <a:r>
              <a:rPr lang="en-US" sz="2319" b="1" dirty="0">
                <a:solidFill>
                  <a:srgbClr val="0070C0"/>
                </a:solidFill>
                <a:latin typeface="Times New Roman" panose="02020603050405020304" pitchFamily="18" charset="0"/>
                <a:ea typeface="Sorts Mill Goudy" pitchFamily="34" charset="-122"/>
                <a:cs typeface="Times New Roman" panose="02020603050405020304" pitchFamily="18" charset="0"/>
              </a:rPr>
              <a:t>Hardware &amp; Software Details</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4" name="Shape 2"/>
          <p:cNvSpPr/>
          <p:nvPr/>
        </p:nvSpPr>
        <p:spPr>
          <a:xfrm>
            <a:off x="343667" y="635206"/>
            <a:ext cx="5654142" cy="4304021"/>
          </a:xfrm>
          <a:custGeom>
            <a:avLst/>
            <a:gdLst/>
            <a:ahLst/>
            <a:cxnLst/>
            <a:rect l="l" t="t" r="r" b="b"/>
            <a:pathLst>
              <a:path w="5654142" h="4304021">
                <a:moveTo>
                  <a:pt x="0" y="0"/>
                </a:moveTo>
                <a:lnTo>
                  <a:pt x="5654142" y="0"/>
                </a:lnTo>
                <a:lnTo>
                  <a:pt x="5654142" y="4304021"/>
                </a:lnTo>
                <a:lnTo>
                  <a:pt x="0" y="4304021"/>
                </a:lnTo>
                <a:lnTo>
                  <a:pt x="0" y="0"/>
                </a:lnTo>
                <a:close/>
              </a:path>
            </a:pathLst>
          </a:custGeom>
          <a:solidFill>
            <a:srgbClr val="F9FAFB"/>
          </a:solidFill>
          <a:ln/>
        </p:spPr>
      </p:sp>
      <p:sp>
        <p:nvSpPr>
          <p:cNvPr id="5" name="Shape 3"/>
          <p:cNvSpPr/>
          <p:nvPr/>
        </p:nvSpPr>
        <p:spPr>
          <a:xfrm>
            <a:off x="326768" y="635207"/>
            <a:ext cx="49629" cy="4290826"/>
          </a:xfrm>
          <a:custGeom>
            <a:avLst/>
            <a:gdLst/>
            <a:ahLst/>
            <a:cxnLst/>
            <a:rect l="l" t="t" r="r" b="b"/>
            <a:pathLst>
              <a:path w="32730" h="4304021">
                <a:moveTo>
                  <a:pt x="0" y="0"/>
                </a:moveTo>
                <a:lnTo>
                  <a:pt x="32730" y="0"/>
                </a:lnTo>
                <a:lnTo>
                  <a:pt x="32730" y="4304021"/>
                </a:lnTo>
                <a:lnTo>
                  <a:pt x="0" y="4304021"/>
                </a:lnTo>
                <a:lnTo>
                  <a:pt x="0" y="0"/>
                </a:lnTo>
                <a:close/>
              </a:path>
            </a:pathLst>
          </a:custGeom>
          <a:solidFill>
            <a:schemeClr val="accent2"/>
          </a:solidFill>
          <a:ln/>
        </p:spPr>
      </p:sp>
      <p:sp>
        <p:nvSpPr>
          <p:cNvPr id="6" name="Text 4"/>
          <p:cNvSpPr/>
          <p:nvPr/>
        </p:nvSpPr>
        <p:spPr>
          <a:xfrm>
            <a:off x="523684" y="798857"/>
            <a:ext cx="5392301"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Times New Roman" panose="02020603050405020304" pitchFamily="18" charset="0"/>
                <a:ea typeface="Sorts Mill Goudy" pitchFamily="34" charset="-122"/>
                <a:cs typeface="Times New Roman" panose="02020603050405020304" pitchFamily="18" charset="0"/>
              </a:rPr>
              <a:t> Hardware Components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526956" y="1162163"/>
            <a:ext cx="5300656" cy="824801"/>
          </a:xfrm>
          <a:custGeom>
            <a:avLst/>
            <a:gdLst/>
            <a:ahLst/>
            <a:cxnLst/>
            <a:rect l="l" t="t" r="r" b="b"/>
            <a:pathLst>
              <a:path w="5300656" h="824801">
                <a:moveTo>
                  <a:pt x="0" y="0"/>
                </a:moveTo>
                <a:lnTo>
                  <a:pt x="5300656" y="0"/>
                </a:lnTo>
                <a:lnTo>
                  <a:pt x="5300656" y="824801"/>
                </a:lnTo>
                <a:lnTo>
                  <a:pt x="0" y="824801"/>
                </a:lnTo>
                <a:lnTo>
                  <a:pt x="0" y="0"/>
                </a:lnTo>
                <a:close/>
              </a:path>
            </a:pathLst>
          </a:custGeom>
          <a:solidFill>
            <a:srgbClr val="FFFFFF"/>
          </a:solidFill>
          <a:ln w="10160">
            <a:solidFill>
              <a:srgbClr val="D1D5DC"/>
            </a:solidFill>
            <a:prstDash val="solid"/>
          </a:ln>
        </p:spPr>
      </p:sp>
      <p:sp>
        <p:nvSpPr>
          <p:cNvPr id="8" name="Shape 6"/>
          <p:cNvSpPr/>
          <p:nvPr/>
        </p:nvSpPr>
        <p:spPr>
          <a:xfrm>
            <a:off x="644786" y="1276720"/>
            <a:ext cx="130921" cy="130921"/>
          </a:xfrm>
          <a:custGeom>
            <a:avLst/>
            <a:gdLst/>
            <a:ahLst/>
            <a:cxnLst/>
            <a:rect l="l" t="t" r="r" b="b"/>
            <a:pathLst>
              <a:path w="130921" h="130921">
                <a:moveTo>
                  <a:pt x="45004" y="6137"/>
                </a:moveTo>
                <a:cubicBezTo>
                  <a:pt x="45004" y="2736"/>
                  <a:pt x="42268" y="0"/>
                  <a:pt x="38867" y="0"/>
                </a:cubicBezTo>
                <a:cubicBezTo>
                  <a:pt x="35466" y="0"/>
                  <a:pt x="32730" y="2736"/>
                  <a:pt x="32730" y="6137"/>
                </a:cubicBezTo>
                <a:lnTo>
                  <a:pt x="32730" y="16365"/>
                </a:lnTo>
                <a:cubicBezTo>
                  <a:pt x="23704" y="16365"/>
                  <a:pt x="16365" y="23704"/>
                  <a:pt x="16365" y="32730"/>
                </a:cubicBezTo>
                <a:lnTo>
                  <a:pt x="6137" y="32730"/>
                </a:lnTo>
                <a:cubicBezTo>
                  <a:pt x="2736" y="32730"/>
                  <a:pt x="0" y="35466"/>
                  <a:pt x="0" y="38867"/>
                </a:cubicBezTo>
                <a:cubicBezTo>
                  <a:pt x="0" y="42268"/>
                  <a:pt x="2736" y="45004"/>
                  <a:pt x="6137" y="45004"/>
                </a:cubicBezTo>
                <a:lnTo>
                  <a:pt x="16365" y="45004"/>
                </a:lnTo>
                <a:lnTo>
                  <a:pt x="16365" y="59323"/>
                </a:lnTo>
                <a:lnTo>
                  <a:pt x="6137" y="59323"/>
                </a:lnTo>
                <a:cubicBezTo>
                  <a:pt x="2736" y="59323"/>
                  <a:pt x="0" y="62060"/>
                  <a:pt x="0" y="65460"/>
                </a:cubicBezTo>
                <a:cubicBezTo>
                  <a:pt x="0" y="68861"/>
                  <a:pt x="2736" y="71597"/>
                  <a:pt x="6137" y="71597"/>
                </a:cubicBezTo>
                <a:lnTo>
                  <a:pt x="16365" y="71597"/>
                </a:lnTo>
                <a:lnTo>
                  <a:pt x="16365" y="85917"/>
                </a:lnTo>
                <a:lnTo>
                  <a:pt x="6137" y="85917"/>
                </a:lnTo>
                <a:cubicBezTo>
                  <a:pt x="2736" y="85917"/>
                  <a:pt x="0" y="88653"/>
                  <a:pt x="0" y="92054"/>
                </a:cubicBezTo>
                <a:cubicBezTo>
                  <a:pt x="0" y="95455"/>
                  <a:pt x="2736" y="98191"/>
                  <a:pt x="6137" y="98191"/>
                </a:cubicBezTo>
                <a:lnTo>
                  <a:pt x="16365" y="98191"/>
                </a:lnTo>
                <a:cubicBezTo>
                  <a:pt x="16365" y="107217"/>
                  <a:pt x="23704" y="114556"/>
                  <a:pt x="32730" y="114556"/>
                </a:cubicBezTo>
                <a:lnTo>
                  <a:pt x="32730" y="124784"/>
                </a:lnTo>
                <a:cubicBezTo>
                  <a:pt x="32730" y="128185"/>
                  <a:pt x="35466" y="130921"/>
                  <a:pt x="38867" y="130921"/>
                </a:cubicBezTo>
                <a:cubicBezTo>
                  <a:pt x="42268" y="130921"/>
                  <a:pt x="45004" y="128185"/>
                  <a:pt x="45004" y="124784"/>
                </a:cubicBezTo>
                <a:lnTo>
                  <a:pt x="45004" y="114556"/>
                </a:lnTo>
                <a:lnTo>
                  <a:pt x="59323" y="114556"/>
                </a:lnTo>
                <a:lnTo>
                  <a:pt x="59323" y="124784"/>
                </a:lnTo>
                <a:cubicBezTo>
                  <a:pt x="59323" y="128185"/>
                  <a:pt x="62060" y="130921"/>
                  <a:pt x="65460" y="130921"/>
                </a:cubicBezTo>
                <a:cubicBezTo>
                  <a:pt x="68861" y="130921"/>
                  <a:pt x="71597" y="128185"/>
                  <a:pt x="71597" y="124784"/>
                </a:cubicBezTo>
                <a:lnTo>
                  <a:pt x="71597" y="114556"/>
                </a:lnTo>
                <a:lnTo>
                  <a:pt x="85917" y="114556"/>
                </a:lnTo>
                <a:lnTo>
                  <a:pt x="85917" y="124784"/>
                </a:lnTo>
                <a:cubicBezTo>
                  <a:pt x="85917" y="128185"/>
                  <a:pt x="88653" y="130921"/>
                  <a:pt x="92054" y="130921"/>
                </a:cubicBezTo>
                <a:cubicBezTo>
                  <a:pt x="95455" y="130921"/>
                  <a:pt x="98191" y="128185"/>
                  <a:pt x="98191" y="124784"/>
                </a:cubicBezTo>
                <a:lnTo>
                  <a:pt x="98191" y="114556"/>
                </a:lnTo>
                <a:cubicBezTo>
                  <a:pt x="107217" y="114556"/>
                  <a:pt x="114556" y="107217"/>
                  <a:pt x="114556" y="98191"/>
                </a:cubicBezTo>
                <a:lnTo>
                  <a:pt x="124784" y="98191"/>
                </a:lnTo>
                <a:cubicBezTo>
                  <a:pt x="128185" y="98191"/>
                  <a:pt x="130921" y="95455"/>
                  <a:pt x="130921" y="92054"/>
                </a:cubicBezTo>
                <a:cubicBezTo>
                  <a:pt x="130921" y="88653"/>
                  <a:pt x="128185" y="85917"/>
                  <a:pt x="124784" y="85917"/>
                </a:cubicBezTo>
                <a:lnTo>
                  <a:pt x="114556" y="85917"/>
                </a:lnTo>
                <a:lnTo>
                  <a:pt x="114556" y="71597"/>
                </a:lnTo>
                <a:lnTo>
                  <a:pt x="124784" y="71597"/>
                </a:lnTo>
                <a:cubicBezTo>
                  <a:pt x="128185" y="71597"/>
                  <a:pt x="130921" y="68861"/>
                  <a:pt x="130921" y="65460"/>
                </a:cubicBezTo>
                <a:cubicBezTo>
                  <a:pt x="130921" y="62060"/>
                  <a:pt x="128185" y="59323"/>
                  <a:pt x="124784" y="59323"/>
                </a:cubicBezTo>
                <a:lnTo>
                  <a:pt x="114556" y="59323"/>
                </a:lnTo>
                <a:lnTo>
                  <a:pt x="114556" y="45004"/>
                </a:lnTo>
                <a:lnTo>
                  <a:pt x="124784" y="45004"/>
                </a:lnTo>
                <a:cubicBezTo>
                  <a:pt x="128185" y="45004"/>
                  <a:pt x="130921" y="42268"/>
                  <a:pt x="130921" y="38867"/>
                </a:cubicBezTo>
                <a:cubicBezTo>
                  <a:pt x="130921" y="35466"/>
                  <a:pt x="128185" y="32730"/>
                  <a:pt x="124784" y="32730"/>
                </a:cubicBezTo>
                <a:lnTo>
                  <a:pt x="114556" y="32730"/>
                </a:lnTo>
                <a:cubicBezTo>
                  <a:pt x="114556" y="23704"/>
                  <a:pt x="107217" y="16365"/>
                  <a:pt x="98191" y="16365"/>
                </a:cubicBezTo>
                <a:lnTo>
                  <a:pt x="98191" y="6137"/>
                </a:lnTo>
                <a:cubicBezTo>
                  <a:pt x="98191" y="2736"/>
                  <a:pt x="95455" y="0"/>
                  <a:pt x="92054" y="0"/>
                </a:cubicBezTo>
                <a:cubicBezTo>
                  <a:pt x="88653" y="0"/>
                  <a:pt x="85917" y="2736"/>
                  <a:pt x="85917" y="6137"/>
                </a:cubicBezTo>
                <a:lnTo>
                  <a:pt x="85917" y="16365"/>
                </a:lnTo>
                <a:lnTo>
                  <a:pt x="71597" y="16365"/>
                </a:lnTo>
                <a:lnTo>
                  <a:pt x="71597" y="6137"/>
                </a:lnTo>
                <a:cubicBezTo>
                  <a:pt x="71597" y="2736"/>
                  <a:pt x="68861" y="0"/>
                  <a:pt x="65460" y="0"/>
                </a:cubicBezTo>
                <a:cubicBezTo>
                  <a:pt x="62060" y="0"/>
                  <a:pt x="59323" y="2736"/>
                  <a:pt x="59323" y="6137"/>
                </a:cubicBezTo>
                <a:lnTo>
                  <a:pt x="59323" y="16365"/>
                </a:lnTo>
                <a:lnTo>
                  <a:pt x="45004" y="16365"/>
                </a:lnTo>
                <a:lnTo>
                  <a:pt x="45004" y="6137"/>
                </a:lnTo>
                <a:close/>
                <a:moveTo>
                  <a:pt x="40913" y="32730"/>
                </a:moveTo>
                <a:lnTo>
                  <a:pt x="90008" y="32730"/>
                </a:lnTo>
                <a:cubicBezTo>
                  <a:pt x="94534" y="32730"/>
                  <a:pt x="98191" y="36387"/>
                  <a:pt x="98191" y="40913"/>
                </a:cubicBezTo>
                <a:lnTo>
                  <a:pt x="98191" y="90008"/>
                </a:lnTo>
                <a:cubicBezTo>
                  <a:pt x="98191" y="94534"/>
                  <a:pt x="94534" y="98191"/>
                  <a:pt x="90008" y="98191"/>
                </a:cubicBezTo>
                <a:lnTo>
                  <a:pt x="40913" y="98191"/>
                </a:lnTo>
                <a:cubicBezTo>
                  <a:pt x="36387" y="98191"/>
                  <a:pt x="32730" y="94534"/>
                  <a:pt x="32730" y="90008"/>
                </a:cubicBezTo>
                <a:lnTo>
                  <a:pt x="32730" y="40913"/>
                </a:lnTo>
                <a:cubicBezTo>
                  <a:pt x="32730" y="36387"/>
                  <a:pt x="36387" y="32730"/>
                  <a:pt x="40913" y="32730"/>
                </a:cubicBezTo>
                <a:close/>
                <a:moveTo>
                  <a:pt x="45004" y="45004"/>
                </a:moveTo>
                <a:lnTo>
                  <a:pt x="45004" y="85917"/>
                </a:lnTo>
                <a:lnTo>
                  <a:pt x="85917" y="85917"/>
                </a:lnTo>
                <a:lnTo>
                  <a:pt x="85917" y="45004"/>
                </a:lnTo>
                <a:lnTo>
                  <a:pt x="45004" y="45004"/>
                </a:lnTo>
                <a:close/>
              </a:path>
            </a:pathLst>
          </a:custGeom>
          <a:solidFill>
            <a:srgbClr val="0070C0"/>
          </a:solidFill>
          <a:ln/>
        </p:spPr>
      </p:sp>
      <p:sp>
        <p:nvSpPr>
          <p:cNvPr id="9" name="Text 7"/>
          <p:cNvSpPr/>
          <p:nvPr/>
        </p:nvSpPr>
        <p:spPr>
          <a:xfrm>
            <a:off x="834247" y="1263627"/>
            <a:ext cx="4957362" cy="196381"/>
          </a:xfrm>
          <a:prstGeom prst="rect">
            <a:avLst/>
          </a:prstGeom>
          <a:noFill/>
          <a:ln/>
        </p:spPr>
        <p:txBody>
          <a:bodyPr wrap="square" lIns="0" tIns="0" rIns="0" bIns="0" rtlCol="0" anchor="ctr"/>
          <a:lstStyle/>
          <a:p>
            <a:pPr>
              <a:lnSpc>
                <a:spcPct val="130000"/>
              </a:lnSpc>
            </a:pPr>
            <a:r>
              <a:rPr lang="en-US" sz="1031" b="1" dirty="0">
                <a:solidFill>
                  <a:srgbClr val="0070C0"/>
                </a:solidFill>
                <a:latin typeface="Times New Roman" panose="02020603050405020304" pitchFamily="18" charset="0"/>
                <a:ea typeface="Sorts Mill Goudy" pitchFamily="34" charset="-122"/>
                <a:cs typeface="Times New Roman" panose="02020603050405020304" pitchFamily="18" charset="0"/>
              </a:rPr>
              <a:t>Controllers</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10" name="Text 8"/>
          <p:cNvSpPr/>
          <p:nvPr/>
        </p:nvSpPr>
        <p:spPr>
          <a:xfrm>
            <a:off x="628421" y="1492737"/>
            <a:ext cx="5163189" cy="392762"/>
          </a:xfrm>
          <a:prstGeom prst="rect">
            <a:avLst/>
          </a:prstGeom>
          <a:noFill/>
          <a:ln/>
        </p:spPr>
        <p:txBody>
          <a:bodyPr wrap="square" lIns="0" tIns="0" rIns="0" bIns="0" rtlCol="0" anchor="ctr"/>
          <a:lstStyle/>
          <a:p>
            <a:pPr>
              <a:lnSpc>
                <a:spcPct val="130000"/>
              </a:lnSpc>
            </a:pPr>
            <a:r>
              <a:rPr lang="en-US" sz="1031" dirty="0">
                <a:solidFill>
                  <a:srgbClr val="1F2937"/>
                </a:solidFill>
                <a:latin typeface="Times New Roman" panose="02020603050405020304" pitchFamily="18" charset="0"/>
                <a:ea typeface="Sorts Mill Goudy" pitchFamily="34" charset="-122"/>
                <a:cs typeface="Times New Roman" panose="02020603050405020304" pitchFamily="18" charset="0"/>
              </a:rPr>
              <a:t>2× ESP32-WROOM-32 modules for Remote and Appliance control. Dual-core processor with Wi-Fi/Bluetooth, 4MB flash memory.</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526956" y="2091701"/>
            <a:ext cx="5300656" cy="824801"/>
          </a:xfrm>
          <a:custGeom>
            <a:avLst/>
            <a:gdLst/>
            <a:ahLst/>
            <a:cxnLst/>
            <a:rect l="l" t="t" r="r" b="b"/>
            <a:pathLst>
              <a:path w="5300656" h="824801">
                <a:moveTo>
                  <a:pt x="0" y="0"/>
                </a:moveTo>
                <a:lnTo>
                  <a:pt x="5300656" y="0"/>
                </a:lnTo>
                <a:lnTo>
                  <a:pt x="5300656" y="824801"/>
                </a:lnTo>
                <a:lnTo>
                  <a:pt x="0" y="824801"/>
                </a:lnTo>
                <a:lnTo>
                  <a:pt x="0" y="0"/>
                </a:lnTo>
                <a:close/>
              </a:path>
            </a:pathLst>
          </a:custGeom>
          <a:solidFill>
            <a:srgbClr val="FFFFFF"/>
          </a:solidFill>
          <a:ln w="10160">
            <a:solidFill>
              <a:srgbClr val="D1D5DC"/>
            </a:solidFill>
            <a:prstDash val="solid"/>
          </a:ln>
        </p:spPr>
      </p:sp>
      <p:sp>
        <p:nvSpPr>
          <p:cNvPr id="12" name="Shape 10"/>
          <p:cNvSpPr/>
          <p:nvPr/>
        </p:nvSpPr>
        <p:spPr>
          <a:xfrm>
            <a:off x="644786" y="2206256"/>
            <a:ext cx="130921" cy="130921"/>
          </a:xfrm>
          <a:custGeom>
            <a:avLst/>
            <a:gdLst/>
            <a:ahLst/>
            <a:cxnLst/>
            <a:rect l="l" t="t" r="r" b="b"/>
            <a:pathLst>
              <a:path w="130921" h="130921">
                <a:moveTo>
                  <a:pt x="88218" y="69807"/>
                </a:moveTo>
                <a:cubicBezTo>
                  <a:pt x="90622" y="67404"/>
                  <a:pt x="90622" y="63517"/>
                  <a:pt x="88218" y="61139"/>
                </a:cubicBezTo>
                <a:lnTo>
                  <a:pt x="51397" y="24292"/>
                </a:lnTo>
                <a:cubicBezTo>
                  <a:pt x="49632" y="22528"/>
                  <a:pt x="46999" y="22016"/>
                  <a:pt x="44697" y="22962"/>
                </a:cubicBezTo>
                <a:cubicBezTo>
                  <a:pt x="42396" y="23908"/>
                  <a:pt x="40913" y="26159"/>
                  <a:pt x="40913" y="28639"/>
                </a:cubicBezTo>
                <a:lnTo>
                  <a:pt x="40913" y="49095"/>
                </a:lnTo>
                <a:lnTo>
                  <a:pt x="12274" y="49095"/>
                </a:lnTo>
                <a:cubicBezTo>
                  <a:pt x="5498" y="49095"/>
                  <a:pt x="0" y="54593"/>
                  <a:pt x="0" y="61369"/>
                </a:cubicBezTo>
                <a:lnTo>
                  <a:pt x="0" y="69552"/>
                </a:lnTo>
                <a:cubicBezTo>
                  <a:pt x="0" y="76328"/>
                  <a:pt x="5498" y="81826"/>
                  <a:pt x="12274" y="81826"/>
                </a:cubicBezTo>
                <a:lnTo>
                  <a:pt x="40913" y="81826"/>
                </a:lnTo>
                <a:lnTo>
                  <a:pt x="40913" y="102282"/>
                </a:lnTo>
                <a:cubicBezTo>
                  <a:pt x="40913" y="104762"/>
                  <a:pt x="42396" y="107012"/>
                  <a:pt x="44697" y="107959"/>
                </a:cubicBezTo>
                <a:cubicBezTo>
                  <a:pt x="46999" y="108905"/>
                  <a:pt x="49632" y="108393"/>
                  <a:pt x="51397" y="106629"/>
                </a:cubicBezTo>
                <a:lnTo>
                  <a:pt x="88218" y="69807"/>
                </a:lnTo>
                <a:close/>
                <a:moveTo>
                  <a:pt x="90008" y="106373"/>
                </a:moveTo>
                <a:cubicBezTo>
                  <a:pt x="85482" y="106373"/>
                  <a:pt x="81826" y="110030"/>
                  <a:pt x="81826" y="114556"/>
                </a:cubicBezTo>
                <a:cubicBezTo>
                  <a:pt x="81826" y="119082"/>
                  <a:pt x="85482" y="122738"/>
                  <a:pt x="90008" y="122738"/>
                </a:cubicBezTo>
                <a:lnTo>
                  <a:pt x="106373" y="122738"/>
                </a:lnTo>
                <a:cubicBezTo>
                  <a:pt x="119926" y="122738"/>
                  <a:pt x="130921" y="111743"/>
                  <a:pt x="130921" y="98191"/>
                </a:cubicBezTo>
                <a:lnTo>
                  <a:pt x="130921" y="32730"/>
                </a:lnTo>
                <a:cubicBezTo>
                  <a:pt x="130921" y="19178"/>
                  <a:pt x="119926" y="8183"/>
                  <a:pt x="106373" y="8183"/>
                </a:cubicBezTo>
                <a:lnTo>
                  <a:pt x="90008" y="8183"/>
                </a:lnTo>
                <a:cubicBezTo>
                  <a:pt x="85482" y="8183"/>
                  <a:pt x="81826" y="11839"/>
                  <a:pt x="81826" y="16365"/>
                </a:cubicBezTo>
                <a:cubicBezTo>
                  <a:pt x="81826" y="20891"/>
                  <a:pt x="85482" y="24548"/>
                  <a:pt x="90008" y="24548"/>
                </a:cubicBezTo>
                <a:lnTo>
                  <a:pt x="106373" y="24548"/>
                </a:lnTo>
                <a:cubicBezTo>
                  <a:pt x="110899" y="24548"/>
                  <a:pt x="114556" y="28204"/>
                  <a:pt x="114556" y="32730"/>
                </a:cubicBezTo>
                <a:lnTo>
                  <a:pt x="114556" y="98191"/>
                </a:lnTo>
                <a:cubicBezTo>
                  <a:pt x="114556" y="102717"/>
                  <a:pt x="110899" y="106373"/>
                  <a:pt x="106373" y="106373"/>
                </a:cubicBezTo>
                <a:lnTo>
                  <a:pt x="90008" y="106373"/>
                </a:lnTo>
                <a:close/>
              </a:path>
            </a:pathLst>
          </a:custGeom>
          <a:solidFill>
            <a:srgbClr val="00B050"/>
          </a:solidFill>
          <a:ln/>
        </p:spPr>
      </p:sp>
      <p:sp>
        <p:nvSpPr>
          <p:cNvPr id="13" name="Text 11"/>
          <p:cNvSpPr/>
          <p:nvPr/>
        </p:nvSpPr>
        <p:spPr>
          <a:xfrm>
            <a:off x="834247" y="2193165"/>
            <a:ext cx="4957362" cy="196381"/>
          </a:xfrm>
          <a:prstGeom prst="rect">
            <a:avLst/>
          </a:prstGeom>
          <a:noFill/>
          <a:ln/>
        </p:spPr>
        <p:txBody>
          <a:bodyPr wrap="square" lIns="0" tIns="0" rIns="0" bIns="0" rtlCol="0" anchor="ctr"/>
          <a:lstStyle/>
          <a:p>
            <a:pPr>
              <a:lnSpc>
                <a:spcPct val="130000"/>
              </a:lnSpc>
            </a:pPr>
            <a:r>
              <a:rPr lang="en-US" sz="1031" b="1" dirty="0">
                <a:solidFill>
                  <a:srgbClr val="00B050"/>
                </a:solidFill>
                <a:latin typeface="Times New Roman" panose="02020603050405020304" pitchFamily="18" charset="0"/>
                <a:ea typeface="Sorts Mill Goudy" pitchFamily="34" charset="-122"/>
                <a:cs typeface="Times New Roman" panose="02020603050405020304" pitchFamily="18" charset="0"/>
              </a:rPr>
              <a:t>Input Peripherals</a:t>
            </a:r>
            <a:endParaRPr lang="en-US" sz="1600" dirty="0">
              <a:solidFill>
                <a:srgbClr val="00B050"/>
              </a:solidFill>
              <a:latin typeface="Times New Roman" panose="02020603050405020304" pitchFamily="18" charset="0"/>
              <a:cs typeface="Times New Roman" panose="02020603050405020304" pitchFamily="18" charset="0"/>
            </a:endParaRPr>
          </a:p>
        </p:txBody>
      </p:sp>
      <p:sp>
        <p:nvSpPr>
          <p:cNvPr id="14" name="Text 12"/>
          <p:cNvSpPr/>
          <p:nvPr/>
        </p:nvSpPr>
        <p:spPr>
          <a:xfrm>
            <a:off x="628421" y="2422276"/>
            <a:ext cx="5163189" cy="392762"/>
          </a:xfrm>
          <a:prstGeom prst="rect">
            <a:avLst/>
          </a:prstGeom>
          <a:noFill/>
          <a:ln/>
        </p:spPr>
        <p:txBody>
          <a:bodyPr wrap="square" lIns="0" tIns="0" rIns="0" bIns="0" rtlCol="0" anchor="ctr"/>
          <a:lstStyle/>
          <a:p>
            <a:pPr>
              <a:lnSpc>
                <a:spcPct val="130000"/>
              </a:lnSpc>
            </a:pPr>
            <a:r>
              <a:rPr lang="en-US" sz="1031" dirty="0">
                <a:solidFill>
                  <a:srgbClr val="1F2937"/>
                </a:solidFill>
                <a:latin typeface="Times New Roman" panose="02020603050405020304" pitchFamily="18" charset="0"/>
                <a:ea typeface="Sorts Mill Goudy" pitchFamily="34" charset="-122"/>
                <a:cs typeface="Times New Roman" panose="02020603050405020304" pitchFamily="18" charset="0"/>
              </a:rPr>
              <a:t>9× Pushbuttons (6 for Braille + 3 auxiliary), 3× TTP223 Touch Sensors (mode selection &amp; confirmation), 1× IR Flame Sensor (fire detection)</a:t>
            </a:r>
            <a:endParaRPr lang="en-US" sz="1600" dirty="0">
              <a:latin typeface="Times New Roman" panose="02020603050405020304" pitchFamily="18" charset="0"/>
              <a:cs typeface="Times New Roman" panose="02020603050405020304" pitchFamily="18" charset="0"/>
            </a:endParaRPr>
          </a:p>
        </p:txBody>
      </p:sp>
      <p:sp>
        <p:nvSpPr>
          <p:cNvPr id="15" name="Shape 13"/>
          <p:cNvSpPr/>
          <p:nvPr/>
        </p:nvSpPr>
        <p:spPr>
          <a:xfrm>
            <a:off x="526956" y="3021238"/>
            <a:ext cx="5300656" cy="824801"/>
          </a:xfrm>
          <a:custGeom>
            <a:avLst/>
            <a:gdLst/>
            <a:ahLst/>
            <a:cxnLst/>
            <a:rect l="l" t="t" r="r" b="b"/>
            <a:pathLst>
              <a:path w="5300656" h="824801">
                <a:moveTo>
                  <a:pt x="0" y="0"/>
                </a:moveTo>
                <a:lnTo>
                  <a:pt x="5300656" y="0"/>
                </a:lnTo>
                <a:lnTo>
                  <a:pt x="5300656" y="824801"/>
                </a:lnTo>
                <a:lnTo>
                  <a:pt x="0" y="824801"/>
                </a:lnTo>
                <a:lnTo>
                  <a:pt x="0" y="0"/>
                </a:lnTo>
                <a:close/>
              </a:path>
            </a:pathLst>
          </a:custGeom>
          <a:solidFill>
            <a:srgbClr val="FFFFFF"/>
          </a:solidFill>
          <a:ln w="10160">
            <a:solidFill>
              <a:srgbClr val="D1D5DC"/>
            </a:solidFill>
            <a:prstDash val="solid"/>
          </a:ln>
        </p:spPr>
      </p:sp>
      <p:sp>
        <p:nvSpPr>
          <p:cNvPr id="16" name="Shape 14"/>
          <p:cNvSpPr/>
          <p:nvPr/>
        </p:nvSpPr>
        <p:spPr>
          <a:xfrm>
            <a:off x="644786" y="3135795"/>
            <a:ext cx="130921" cy="130921"/>
          </a:xfrm>
          <a:custGeom>
            <a:avLst/>
            <a:gdLst/>
            <a:ahLst/>
            <a:cxnLst/>
            <a:rect l="l" t="t" r="r" b="b"/>
            <a:pathLst>
              <a:path w="130921" h="130921">
                <a:moveTo>
                  <a:pt x="129131" y="69807"/>
                </a:moveTo>
                <a:cubicBezTo>
                  <a:pt x="131534" y="67404"/>
                  <a:pt x="131534" y="63517"/>
                  <a:pt x="129131" y="61139"/>
                </a:cubicBezTo>
                <a:lnTo>
                  <a:pt x="92309" y="24292"/>
                </a:lnTo>
                <a:cubicBezTo>
                  <a:pt x="90545" y="22528"/>
                  <a:pt x="87911" y="22016"/>
                  <a:pt x="85610" y="22962"/>
                </a:cubicBezTo>
                <a:cubicBezTo>
                  <a:pt x="83309" y="23908"/>
                  <a:pt x="81826" y="26159"/>
                  <a:pt x="81826" y="28639"/>
                </a:cubicBezTo>
                <a:lnTo>
                  <a:pt x="81826" y="49095"/>
                </a:lnTo>
                <a:lnTo>
                  <a:pt x="53187" y="49095"/>
                </a:lnTo>
                <a:cubicBezTo>
                  <a:pt x="46410" y="49095"/>
                  <a:pt x="40913" y="54593"/>
                  <a:pt x="40913" y="61369"/>
                </a:cubicBezTo>
                <a:lnTo>
                  <a:pt x="40913" y="69552"/>
                </a:lnTo>
                <a:cubicBezTo>
                  <a:pt x="40913" y="76328"/>
                  <a:pt x="46410" y="81826"/>
                  <a:pt x="53187" y="81826"/>
                </a:cubicBezTo>
                <a:lnTo>
                  <a:pt x="81826" y="81826"/>
                </a:lnTo>
                <a:lnTo>
                  <a:pt x="81826" y="102282"/>
                </a:lnTo>
                <a:cubicBezTo>
                  <a:pt x="81826" y="104762"/>
                  <a:pt x="83309" y="107012"/>
                  <a:pt x="85610" y="107959"/>
                </a:cubicBezTo>
                <a:cubicBezTo>
                  <a:pt x="87911" y="108905"/>
                  <a:pt x="90545" y="108393"/>
                  <a:pt x="92309" y="106629"/>
                </a:cubicBezTo>
                <a:lnTo>
                  <a:pt x="129131" y="69807"/>
                </a:lnTo>
                <a:close/>
                <a:moveTo>
                  <a:pt x="40913" y="24548"/>
                </a:moveTo>
                <a:cubicBezTo>
                  <a:pt x="45439" y="24548"/>
                  <a:pt x="49095" y="20891"/>
                  <a:pt x="49095" y="16365"/>
                </a:cubicBezTo>
                <a:cubicBezTo>
                  <a:pt x="49095" y="11839"/>
                  <a:pt x="45439" y="8183"/>
                  <a:pt x="40913" y="8183"/>
                </a:cubicBezTo>
                <a:lnTo>
                  <a:pt x="24548" y="8183"/>
                </a:lnTo>
                <a:cubicBezTo>
                  <a:pt x="10995" y="8183"/>
                  <a:pt x="0" y="19178"/>
                  <a:pt x="0" y="32730"/>
                </a:cubicBezTo>
                <a:lnTo>
                  <a:pt x="0" y="98191"/>
                </a:lnTo>
                <a:cubicBezTo>
                  <a:pt x="0" y="111743"/>
                  <a:pt x="10995" y="122738"/>
                  <a:pt x="24548" y="122738"/>
                </a:cubicBezTo>
                <a:lnTo>
                  <a:pt x="40913" y="122738"/>
                </a:lnTo>
                <a:cubicBezTo>
                  <a:pt x="45439" y="122738"/>
                  <a:pt x="49095" y="119082"/>
                  <a:pt x="49095" y="114556"/>
                </a:cubicBezTo>
                <a:cubicBezTo>
                  <a:pt x="49095" y="110030"/>
                  <a:pt x="45439" y="106373"/>
                  <a:pt x="40913" y="106373"/>
                </a:cubicBezTo>
                <a:lnTo>
                  <a:pt x="24548" y="106373"/>
                </a:lnTo>
                <a:cubicBezTo>
                  <a:pt x="20022" y="106373"/>
                  <a:pt x="16365" y="102717"/>
                  <a:pt x="16365" y="98191"/>
                </a:cubicBezTo>
                <a:lnTo>
                  <a:pt x="16365" y="32730"/>
                </a:lnTo>
                <a:cubicBezTo>
                  <a:pt x="16365" y="28204"/>
                  <a:pt x="20022" y="24548"/>
                  <a:pt x="24548" y="24548"/>
                </a:cubicBezTo>
                <a:lnTo>
                  <a:pt x="40913" y="24548"/>
                </a:lnTo>
                <a:close/>
              </a:path>
            </a:pathLst>
          </a:custGeom>
          <a:solidFill>
            <a:schemeClr val="accent2"/>
          </a:solidFill>
          <a:ln/>
        </p:spPr>
      </p:sp>
      <p:sp>
        <p:nvSpPr>
          <p:cNvPr id="17" name="Text 15"/>
          <p:cNvSpPr/>
          <p:nvPr/>
        </p:nvSpPr>
        <p:spPr>
          <a:xfrm>
            <a:off x="834247" y="3122702"/>
            <a:ext cx="4957362" cy="196381"/>
          </a:xfrm>
          <a:prstGeom prst="rect">
            <a:avLst/>
          </a:prstGeom>
          <a:noFill/>
          <a:ln/>
        </p:spPr>
        <p:txBody>
          <a:bodyPr wrap="square" lIns="0" tIns="0" rIns="0" bIns="0" rtlCol="0" anchor="ctr"/>
          <a:lstStyle/>
          <a:p>
            <a:pPr>
              <a:lnSpc>
                <a:spcPct val="130000"/>
              </a:lnSpc>
            </a:pPr>
            <a:r>
              <a:rPr lang="en-US" sz="1031" b="1" dirty="0">
                <a:solidFill>
                  <a:schemeClr val="accent2"/>
                </a:solidFill>
                <a:latin typeface="Times New Roman" panose="02020603050405020304" pitchFamily="18" charset="0"/>
                <a:ea typeface="Sorts Mill Goudy" pitchFamily="34" charset="-122"/>
                <a:cs typeface="Times New Roman" panose="02020603050405020304" pitchFamily="18" charset="0"/>
              </a:rPr>
              <a:t>Output Peripherals</a:t>
            </a:r>
            <a:endParaRPr lang="en-US" sz="1600" dirty="0">
              <a:solidFill>
                <a:schemeClr val="accent2"/>
              </a:solidFill>
              <a:latin typeface="Times New Roman" panose="02020603050405020304" pitchFamily="18" charset="0"/>
              <a:cs typeface="Times New Roman" panose="02020603050405020304" pitchFamily="18" charset="0"/>
            </a:endParaRPr>
          </a:p>
        </p:txBody>
      </p:sp>
      <p:sp>
        <p:nvSpPr>
          <p:cNvPr id="18" name="Text 16"/>
          <p:cNvSpPr/>
          <p:nvPr/>
        </p:nvSpPr>
        <p:spPr>
          <a:xfrm>
            <a:off x="628421" y="3351812"/>
            <a:ext cx="5163189" cy="392762"/>
          </a:xfrm>
          <a:prstGeom prst="rect">
            <a:avLst/>
          </a:prstGeom>
          <a:noFill/>
          <a:ln/>
        </p:spPr>
        <p:txBody>
          <a:bodyPr wrap="square" lIns="0" tIns="0" rIns="0" bIns="0" rtlCol="0" anchor="ctr"/>
          <a:lstStyle/>
          <a:p>
            <a:pPr>
              <a:lnSpc>
                <a:spcPct val="130000"/>
              </a:lnSpc>
            </a:pPr>
            <a:r>
              <a:rPr lang="en-US" sz="1031" dirty="0">
                <a:solidFill>
                  <a:srgbClr val="1F2937"/>
                </a:solidFill>
                <a:latin typeface="Times New Roman" panose="02020603050405020304" pitchFamily="18" charset="0"/>
                <a:ea typeface="Sorts Mill Goudy" pitchFamily="34" charset="-122"/>
                <a:cs typeface="Times New Roman" panose="02020603050405020304" pitchFamily="18" charset="0"/>
              </a:rPr>
              <a:t>1× Vibration Motors with 2N2222 transistor drivers, 1× Buzzers (audio feedback), MG995 Servo (door lock), SSD1306 OLED (status display)</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526956" y="3950776"/>
            <a:ext cx="5300656" cy="824801"/>
          </a:xfrm>
          <a:custGeom>
            <a:avLst/>
            <a:gdLst/>
            <a:ahLst/>
            <a:cxnLst/>
            <a:rect l="l" t="t" r="r" b="b"/>
            <a:pathLst>
              <a:path w="5300656" h="824801">
                <a:moveTo>
                  <a:pt x="0" y="0"/>
                </a:moveTo>
                <a:lnTo>
                  <a:pt x="5300656" y="0"/>
                </a:lnTo>
                <a:lnTo>
                  <a:pt x="5300656" y="824801"/>
                </a:lnTo>
                <a:lnTo>
                  <a:pt x="0" y="824801"/>
                </a:lnTo>
                <a:lnTo>
                  <a:pt x="0" y="0"/>
                </a:lnTo>
                <a:close/>
              </a:path>
            </a:pathLst>
          </a:custGeom>
          <a:solidFill>
            <a:srgbClr val="FFFFFF"/>
          </a:solidFill>
          <a:ln w="10160">
            <a:solidFill>
              <a:srgbClr val="D1D5DC"/>
            </a:solidFill>
            <a:prstDash val="solid"/>
          </a:ln>
        </p:spPr>
      </p:sp>
      <p:sp>
        <p:nvSpPr>
          <p:cNvPr id="20" name="Shape 18"/>
          <p:cNvSpPr/>
          <p:nvPr/>
        </p:nvSpPr>
        <p:spPr>
          <a:xfrm>
            <a:off x="636602" y="4065331"/>
            <a:ext cx="147286" cy="130921"/>
          </a:xfrm>
          <a:custGeom>
            <a:avLst/>
            <a:gdLst/>
            <a:ahLst/>
            <a:cxnLst/>
            <a:rect l="l" t="t" r="r" b="b"/>
            <a:pathLst>
              <a:path w="147286" h="130921">
                <a:moveTo>
                  <a:pt x="49095" y="16365"/>
                </a:moveTo>
                <a:cubicBezTo>
                  <a:pt x="21991" y="16365"/>
                  <a:pt x="0" y="38356"/>
                  <a:pt x="0" y="65460"/>
                </a:cubicBezTo>
                <a:cubicBezTo>
                  <a:pt x="0" y="92565"/>
                  <a:pt x="21991" y="114556"/>
                  <a:pt x="49095" y="114556"/>
                </a:cubicBezTo>
                <a:lnTo>
                  <a:pt x="98191" y="114556"/>
                </a:lnTo>
                <a:cubicBezTo>
                  <a:pt x="125295" y="114556"/>
                  <a:pt x="147286" y="92565"/>
                  <a:pt x="147286" y="65460"/>
                </a:cubicBezTo>
                <a:cubicBezTo>
                  <a:pt x="147286" y="38356"/>
                  <a:pt x="125295" y="16365"/>
                  <a:pt x="98191" y="16365"/>
                </a:cubicBezTo>
                <a:lnTo>
                  <a:pt x="49095" y="16365"/>
                </a:lnTo>
                <a:close/>
                <a:moveTo>
                  <a:pt x="98191" y="40913"/>
                </a:moveTo>
                <a:cubicBezTo>
                  <a:pt x="111739" y="40913"/>
                  <a:pt x="122738" y="51912"/>
                  <a:pt x="122738" y="65460"/>
                </a:cubicBezTo>
                <a:cubicBezTo>
                  <a:pt x="122738" y="79009"/>
                  <a:pt x="111739" y="90008"/>
                  <a:pt x="98191" y="90008"/>
                </a:cubicBezTo>
                <a:cubicBezTo>
                  <a:pt x="84642" y="90008"/>
                  <a:pt x="73643" y="79009"/>
                  <a:pt x="73643" y="65460"/>
                </a:cubicBezTo>
                <a:cubicBezTo>
                  <a:pt x="73643" y="51912"/>
                  <a:pt x="84642" y="40913"/>
                  <a:pt x="98191" y="40913"/>
                </a:cubicBezTo>
                <a:close/>
              </a:path>
            </a:pathLst>
          </a:custGeom>
          <a:solidFill>
            <a:srgbClr val="7030A0"/>
          </a:solidFill>
          <a:ln/>
        </p:spPr>
      </p:sp>
      <p:sp>
        <p:nvSpPr>
          <p:cNvPr id="21" name="Text 19"/>
          <p:cNvSpPr/>
          <p:nvPr/>
        </p:nvSpPr>
        <p:spPr>
          <a:xfrm>
            <a:off x="834247" y="4052240"/>
            <a:ext cx="4957362" cy="196381"/>
          </a:xfrm>
          <a:prstGeom prst="rect">
            <a:avLst/>
          </a:prstGeom>
          <a:noFill/>
          <a:ln/>
        </p:spPr>
        <p:txBody>
          <a:bodyPr wrap="square" lIns="0" tIns="0" rIns="0" bIns="0" rtlCol="0" anchor="ctr"/>
          <a:lstStyle/>
          <a:p>
            <a:pPr>
              <a:lnSpc>
                <a:spcPct val="130000"/>
              </a:lnSpc>
            </a:pPr>
            <a:r>
              <a:rPr lang="en-US" sz="1031" b="1" dirty="0">
                <a:solidFill>
                  <a:srgbClr val="7030A0"/>
                </a:solidFill>
                <a:latin typeface="Times New Roman" panose="02020603050405020304" pitchFamily="18" charset="0"/>
                <a:ea typeface="Sorts Mill Goudy" pitchFamily="34" charset="-122"/>
                <a:cs typeface="Times New Roman" panose="02020603050405020304" pitchFamily="18" charset="0"/>
              </a:rPr>
              <a:t>Switching Module</a:t>
            </a:r>
            <a:endParaRPr lang="en-US" sz="1600" dirty="0">
              <a:solidFill>
                <a:srgbClr val="7030A0"/>
              </a:solidFill>
              <a:latin typeface="Times New Roman" panose="02020603050405020304" pitchFamily="18" charset="0"/>
              <a:cs typeface="Times New Roman" panose="02020603050405020304" pitchFamily="18" charset="0"/>
            </a:endParaRPr>
          </a:p>
        </p:txBody>
      </p:sp>
      <p:sp>
        <p:nvSpPr>
          <p:cNvPr id="22" name="Text 20"/>
          <p:cNvSpPr/>
          <p:nvPr/>
        </p:nvSpPr>
        <p:spPr>
          <a:xfrm>
            <a:off x="628421" y="4281351"/>
            <a:ext cx="5163189" cy="392762"/>
          </a:xfrm>
          <a:prstGeom prst="rect">
            <a:avLst/>
          </a:prstGeom>
          <a:noFill/>
          <a:ln/>
        </p:spPr>
        <p:txBody>
          <a:bodyPr wrap="square" lIns="0" tIns="0" rIns="0" bIns="0" rtlCol="0" anchor="ctr"/>
          <a:lstStyle/>
          <a:p>
            <a:pPr>
              <a:lnSpc>
                <a:spcPct val="130000"/>
              </a:lnSpc>
            </a:pPr>
            <a:r>
              <a:rPr lang="en-US" sz="1031" dirty="0">
                <a:solidFill>
                  <a:srgbClr val="1F2937"/>
                </a:solidFill>
                <a:latin typeface="Times New Roman" panose="02020603050405020304" pitchFamily="18" charset="0"/>
                <a:ea typeface="Sorts Mill Goudy" pitchFamily="34" charset="-122"/>
                <a:cs typeface="Times New Roman" panose="02020603050405020304" pitchFamily="18" charset="0"/>
              </a:rPr>
              <a:t>8-Channel Relay module for AC appliance control. Optocoupler isolation, LED indicators, NO/NC terminals. Rated 10A , 250VAC.</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339757" y="4965361"/>
            <a:ext cx="5654142" cy="1861404"/>
          </a:xfrm>
          <a:custGeom>
            <a:avLst/>
            <a:gdLst/>
            <a:ahLst/>
            <a:cxnLst/>
            <a:rect l="l" t="t" r="r" b="b"/>
            <a:pathLst>
              <a:path w="5654142" h="2062003">
                <a:moveTo>
                  <a:pt x="0" y="0"/>
                </a:moveTo>
                <a:lnTo>
                  <a:pt x="5654142" y="0"/>
                </a:lnTo>
                <a:lnTo>
                  <a:pt x="5654142" y="2062003"/>
                </a:lnTo>
                <a:lnTo>
                  <a:pt x="0" y="2062003"/>
                </a:lnTo>
                <a:lnTo>
                  <a:pt x="0" y="0"/>
                </a:lnTo>
                <a:close/>
              </a:path>
            </a:pathLst>
          </a:custGeom>
          <a:solidFill>
            <a:srgbClr val="F9FAFB"/>
          </a:solidFill>
          <a:ln/>
        </p:spPr>
        <p:txBody>
          <a:bodyPr/>
          <a:lstStyle/>
          <a:p>
            <a:endParaRPr lang="en-IN" dirty="0"/>
          </a:p>
        </p:txBody>
      </p:sp>
      <p:sp>
        <p:nvSpPr>
          <p:cNvPr id="24" name="Shape 22"/>
          <p:cNvSpPr/>
          <p:nvPr/>
        </p:nvSpPr>
        <p:spPr>
          <a:xfrm>
            <a:off x="326768" y="4804091"/>
            <a:ext cx="45719" cy="2062003"/>
          </a:xfrm>
          <a:custGeom>
            <a:avLst/>
            <a:gdLst/>
            <a:ahLst/>
            <a:cxnLst/>
            <a:rect l="l" t="t" r="r" b="b"/>
            <a:pathLst>
              <a:path w="32730" h="2062003">
                <a:moveTo>
                  <a:pt x="0" y="0"/>
                </a:moveTo>
                <a:lnTo>
                  <a:pt x="32730" y="0"/>
                </a:lnTo>
                <a:lnTo>
                  <a:pt x="32730" y="2062003"/>
                </a:lnTo>
                <a:lnTo>
                  <a:pt x="0" y="2062003"/>
                </a:lnTo>
                <a:lnTo>
                  <a:pt x="0" y="0"/>
                </a:lnTo>
                <a:close/>
              </a:path>
            </a:pathLst>
          </a:custGeom>
          <a:solidFill>
            <a:schemeClr val="accent2"/>
          </a:solidFill>
          <a:ln/>
        </p:spPr>
      </p:sp>
      <p:sp>
        <p:nvSpPr>
          <p:cNvPr id="25" name="Text 23"/>
          <p:cNvSpPr/>
          <p:nvPr/>
        </p:nvSpPr>
        <p:spPr>
          <a:xfrm>
            <a:off x="519774" y="4967742"/>
            <a:ext cx="5392301"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Times New Roman" panose="02020603050405020304" pitchFamily="18" charset="0"/>
                <a:ea typeface="Sorts Mill Goudy" pitchFamily="34" charset="-122"/>
                <a:cs typeface="Times New Roman" panose="02020603050405020304" pitchFamily="18" charset="0"/>
              </a:rPr>
              <a:t> Software Environment</a:t>
            </a:r>
            <a:endParaRPr lang="en-US" sz="1600" dirty="0">
              <a:latin typeface="Times New Roman" panose="02020603050405020304" pitchFamily="18" charset="0"/>
              <a:cs typeface="Times New Roman" panose="02020603050405020304" pitchFamily="18" charset="0"/>
            </a:endParaRPr>
          </a:p>
        </p:txBody>
      </p:sp>
      <p:sp>
        <p:nvSpPr>
          <p:cNvPr id="26" name="Shape 24"/>
          <p:cNvSpPr/>
          <p:nvPr/>
        </p:nvSpPr>
        <p:spPr>
          <a:xfrm>
            <a:off x="527956" y="5360505"/>
            <a:ext cx="147286" cy="130921"/>
          </a:xfrm>
          <a:custGeom>
            <a:avLst/>
            <a:gdLst/>
            <a:ahLst/>
            <a:cxnLst/>
            <a:rect l="l" t="t" r="r" b="b"/>
            <a:pathLst>
              <a:path w="147286" h="130921">
                <a:moveTo>
                  <a:pt x="92258" y="307"/>
                </a:moveTo>
                <a:cubicBezTo>
                  <a:pt x="87911" y="-946"/>
                  <a:pt x="83385" y="1585"/>
                  <a:pt x="82132" y="5932"/>
                </a:cubicBezTo>
                <a:lnTo>
                  <a:pt x="49402" y="120488"/>
                </a:lnTo>
                <a:cubicBezTo>
                  <a:pt x="48149" y="124835"/>
                  <a:pt x="50681" y="129361"/>
                  <a:pt x="55028" y="130614"/>
                </a:cubicBezTo>
                <a:cubicBezTo>
                  <a:pt x="59375" y="131867"/>
                  <a:pt x="63901" y="129335"/>
                  <a:pt x="65154" y="124988"/>
                </a:cubicBezTo>
                <a:lnTo>
                  <a:pt x="97884" y="10433"/>
                </a:lnTo>
                <a:cubicBezTo>
                  <a:pt x="99137" y="6086"/>
                  <a:pt x="96605" y="1560"/>
                  <a:pt x="92258" y="307"/>
                </a:cubicBezTo>
                <a:close/>
                <a:moveTo>
                  <a:pt x="108777" y="35108"/>
                </a:moveTo>
                <a:cubicBezTo>
                  <a:pt x="105580" y="38305"/>
                  <a:pt x="105580" y="43495"/>
                  <a:pt x="108777" y="46692"/>
                </a:cubicBezTo>
                <a:lnTo>
                  <a:pt x="127546" y="65460"/>
                </a:lnTo>
                <a:lnTo>
                  <a:pt x="108777" y="84229"/>
                </a:lnTo>
                <a:cubicBezTo>
                  <a:pt x="105580" y="87425"/>
                  <a:pt x="105580" y="92616"/>
                  <a:pt x="108777" y="95813"/>
                </a:cubicBezTo>
                <a:cubicBezTo>
                  <a:pt x="111973" y="99009"/>
                  <a:pt x="117164" y="99009"/>
                  <a:pt x="120360" y="95813"/>
                </a:cubicBezTo>
                <a:lnTo>
                  <a:pt x="144908" y="71265"/>
                </a:lnTo>
                <a:cubicBezTo>
                  <a:pt x="148104" y="68069"/>
                  <a:pt x="148104" y="62878"/>
                  <a:pt x="144908" y="59681"/>
                </a:cubicBezTo>
                <a:lnTo>
                  <a:pt x="120360" y="35134"/>
                </a:lnTo>
                <a:cubicBezTo>
                  <a:pt x="117164" y="31938"/>
                  <a:pt x="111973" y="31938"/>
                  <a:pt x="108777" y="35134"/>
                </a:cubicBezTo>
                <a:close/>
                <a:moveTo>
                  <a:pt x="38535" y="35108"/>
                </a:moveTo>
                <a:cubicBezTo>
                  <a:pt x="35338" y="31912"/>
                  <a:pt x="30148" y="31912"/>
                  <a:pt x="26951" y="35108"/>
                </a:cubicBezTo>
                <a:lnTo>
                  <a:pt x="2404" y="59656"/>
                </a:lnTo>
                <a:cubicBezTo>
                  <a:pt x="-793" y="62852"/>
                  <a:pt x="-793" y="68043"/>
                  <a:pt x="2404" y="71239"/>
                </a:cubicBezTo>
                <a:lnTo>
                  <a:pt x="26951" y="95787"/>
                </a:lnTo>
                <a:cubicBezTo>
                  <a:pt x="30148" y="98983"/>
                  <a:pt x="35338" y="98983"/>
                  <a:pt x="38535" y="95787"/>
                </a:cubicBezTo>
                <a:cubicBezTo>
                  <a:pt x="41731" y="92591"/>
                  <a:pt x="41731" y="87400"/>
                  <a:pt x="38535" y="84204"/>
                </a:cubicBezTo>
                <a:lnTo>
                  <a:pt x="19766" y="65460"/>
                </a:lnTo>
                <a:lnTo>
                  <a:pt x="38509" y="46692"/>
                </a:lnTo>
                <a:cubicBezTo>
                  <a:pt x="41705" y="43495"/>
                  <a:pt x="41705" y="38305"/>
                  <a:pt x="38509" y="35108"/>
                </a:cubicBezTo>
                <a:close/>
              </a:path>
            </a:pathLst>
          </a:custGeom>
          <a:solidFill>
            <a:srgbClr val="FF0000"/>
          </a:solidFill>
          <a:ln/>
        </p:spPr>
      </p:sp>
      <p:sp>
        <p:nvSpPr>
          <p:cNvPr id="27" name="Text 25"/>
          <p:cNvSpPr/>
          <p:nvPr/>
        </p:nvSpPr>
        <p:spPr>
          <a:xfrm>
            <a:off x="781615" y="5327775"/>
            <a:ext cx="3600322"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Times New Roman" panose="02020603050405020304" pitchFamily="18" charset="0"/>
                <a:ea typeface="Sorts Mill Goudy" pitchFamily="34" charset="-122"/>
                <a:cs typeface="Times New Roman" panose="02020603050405020304" pitchFamily="18" charset="0"/>
              </a:rPr>
              <a:t>Programming</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781615" y="5524156"/>
            <a:ext cx="3600322"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Times New Roman" panose="02020603050405020304" pitchFamily="18" charset="0"/>
                <a:ea typeface="Sorts Mill Goudy" pitchFamily="34" charset="-122"/>
                <a:cs typeface="Times New Roman" panose="02020603050405020304" pitchFamily="18" charset="0"/>
              </a:rPr>
              <a:t>Developed using C++ in Arduino IDE with ESP32 core libraries</a:t>
            </a:r>
            <a:endParaRPr lang="en-US" sz="1600" dirty="0">
              <a:latin typeface="Times New Roman" panose="02020603050405020304" pitchFamily="18" charset="0"/>
              <a:cs typeface="Times New Roman" panose="02020603050405020304" pitchFamily="18" charset="0"/>
            </a:endParaRPr>
          </a:p>
        </p:txBody>
      </p:sp>
      <p:sp>
        <p:nvSpPr>
          <p:cNvPr id="29" name="Shape 27"/>
          <p:cNvSpPr/>
          <p:nvPr/>
        </p:nvSpPr>
        <p:spPr>
          <a:xfrm>
            <a:off x="527956" y="5851458"/>
            <a:ext cx="147286" cy="130921"/>
          </a:xfrm>
          <a:custGeom>
            <a:avLst/>
            <a:gdLst/>
            <a:ahLst/>
            <a:cxnLst/>
            <a:rect l="l" t="t" r="r" b="b"/>
            <a:pathLst>
              <a:path w="147286" h="130921">
                <a:moveTo>
                  <a:pt x="73643" y="24548"/>
                </a:moveTo>
                <a:cubicBezTo>
                  <a:pt x="50399" y="24548"/>
                  <a:pt x="29355" y="33753"/>
                  <a:pt x="13885" y="48737"/>
                </a:cubicBezTo>
                <a:cubicBezTo>
                  <a:pt x="10637" y="51882"/>
                  <a:pt x="5447" y="51806"/>
                  <a:pt x="2327" y="48558"/>
                </a:cubicBezTo>
                <a:cubicBezTo>
                  <a:pt x="-793" y="45311"/>
                  <a:pt x="-742" y="40120"/>
                  <a:pt x="2506" y="37000"/>
                </a:cubicBezTo>
                <a:cubicBezTo>
                  <a:pt x="20891" y="19152"/>
                  <a:pt x="46001" y="8183"/>
                  <a:pt x="73643" y="8183"/>
                </a:cubicBezTo>
                <a:cubicBezTo>
                  <a:pt x="101285" y="8183"/>
                  <a:pt x="126395" y="19152"/>
                  <a:pt x="144806" y="37000"/>
                </a:cubicBezTo>
                <a:cubicBezTo>
                  <a:pt x="148053" y="40146"/>
                  <a:pt x="148130" y="45336"/>
                  <a:pt x="144985" y="48558"/>
                </a:cubicBezTo>
                <a:cubicBezTo>
                  <a:pt x="141839" y="51780"/>
                  <a:pt x="136649" y="51882"/>
                  <a:pt x="133427" y="48737"/>
                </a:cubicBezTo>
                <a:cubicBezTo>
                  <a:pt x="117931" y="33753"/>
                  <a:pt x="96887" y="24548"/>
                  <a:pt x="73643" y="24548"/>
                </a:cubicBezTo>
                <a:close/>
                <a:moveTo>
                  <a:pt x="61369" y="110464"/>
                </a:moveTo>
                <a:cubicBezTo>
                  <a:pt x="61369" y="103690"/>
                  <a:pt x="66869" y="98191"/>
                  <a:pt x="73643" y="98191"/>
                </a:cubicBezTo>
                <a:cubicBezTo>
                  <a:pt x="80417" y="98191"/>
                  <a:pt x="85917" y="103690"/>
                  <a:pt x="85917" y="110464"/>
                </a:cubicBezTo>
                <a:cubicBezTo>
                  <a:pt x="85917" y="117239"/>
                  <a:pt x="80417" y="122738"/>
                  <a:pt x="73643" y="122738"/>
                </a:cubicBezTo>
                <a:cubicBezTo>
                  <a:pt x="66869" y="122738"/>
                  <a:pt x="61369" y="117239"/>
                  <a:pt x="61369" y="110464"/>
                </a:cubicBezTo>
                <a:close/>
                <a:moveTo>
                  <a:pt x="42958" y="83411"/>
                </a:moveTo>
                <a:cubicBezTo>
                  <a:pt x="39967" y="86812"/>
                  <a:pt x="34801" y="87119"/>
                  <a:pt x="31401" y="84127"/>
                </a:cubicBezTo>
                <a:cubicBezTo>
                  <a:pt x="28000" y="81135"/>
                  <a:pt x="27693" y="75970"/>
                  <a:pt x="30685" y="72569"/>
                </a:cubicBezTo>
                <a:cubicBezTo>
                  <a:pt x="41168" y="60704"/>
                  <a:pt x="56536" y="53187"/>
                  <a:pt x="73643" y="53187"/>
                </a:cubicBezTo>
                <a:cubicBezTo>
                  <a:pt x="90750" y="53187"/>
                  <a:pt x="106117" y="60704"/>
                  <a:pt x="116601" y="72569"/>
                </a:cubicBezTo>
                <a:cubicBezTo>
                  <a:pt x="119593" y="75970"/>
                  <a:pt x="119261" y="81135"/>
                  <a:pt x="115885" y="84127"/>
                </a:cubicBezTo>
                <a:cubicBezTo>
                  <a:pt x="112510" y="87119"/>
                  <a:pt x="107319" y="86786"/>
                  <a:pt x="104328" y="83411"/>
                </a:cubicBezTo>
                <a:cubicBezTo>
                  <a:pt x="96810" y="74896"/>
                  <a:pt x="85866" y="69552"/>
                  <a:pt x="73643" y="69552"/>
                </a:cubicBezTo>
                <a:cubicBezTo>
                  <a:pt x="61420" y="69552"/>
                  <a:pt x="50476" y="74896"/>
                  <a:pt x="42958" y="83411"/>
                </a:cubicBezTo>
                <a:close/>
              </a:path>
            </a:pathLst>
          </a:custGeom>
          <a:solidFill>
            <a:srgbClr val="92D050"/>
          </a:solidFill>
          <a:ln/>
        </p:spPr>
      </p:sp>
      <p:sp>
        <p:nvSpPr>
          <p:cNvPr id="30" name="Text 28"/>
          <p:cNvSpPr/>
          <p:nvPr/>
        </p:nvSpPr>
        <p:spPr>
          <a:xfrm>
            <a:off x="781616" y="5818728"/>
            <a:ext cx="3665783"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Times New Roman" panose="02020603050405020304" pitchFamily="18" charset="0"/>
                <a:ea typeface="Sorts Mill Goudy" pitchFamily="34" charset="-122"/>
                <a:cs typeface="Times New Roman" panose="02020603050405020304" pitchFamily="18" charset="0"/>
              </a:rPr>
              <a:t>Connectivity</a:t>
            </a:r>
            <a:endParaRPr lang="en-US" sz="1600" dirty="0">
              <a:latin typeface="Times New Roman" panose="02020603050405020304" pitchFamily="18" charset="0"/>
              <a:cs typeface="Times New Roman" panose="02020603050405020304" pitchFamily="18" charset="0"/>
            </a:endParaRPr>
          </a:p>
        </p:txBody>
      </p:sp>
      <p:sp>
        <p:nvSpPr>
          <p:cNvPr id="31" name="Text 29"/>
          <p:cNvSpPr/>
          <p:nvPr/>
        </p:nvSpPr>
        <p:spPr>
          <a:xfrm>
            <a:off x="781616" y="6015109"/>
            <a:ext cx="3665783"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Times New Roman" panose="02020603050405020304" pitchFamily="18" charset="0"/>
                <a:ea typeface="Sorts Mill Goudy" pitchFamily="34" charset="-122"/>
                <a:cs typeface="Times New Roman" panose="02020603050405020304" pitchFamily="18" charset="0"/>
              </a:rPr>
              <a:t>TCP/IP Server-Client architecture with AP+STA mode</a:t>
            </a:r>
            <a:endParaRPr lang="en-US" sz="1600" dirty="0">
              <a:latin typeface="Times New Roman" panose="02020603050405020304" pitchFamily="18" charset="0"/>
              <a:cs typeface="Times New Roman" panose="02020603050405020304" pitchFamily="18" charset="0"/>
            </a:endParaRPr>
          </a:p>
        </p:txBody>
      </p:sp>
      <p:sp>
        <p:nvSpPr>
          <p:cNvPr id="32" name="Shape 30"/>
          <p:cNvSpPr/>
          <p:nvPr/>
        </p:nvSpPr>
        <p:spPr>
          <a:xfrm>
            <a:off x="527956" y="6342411"/>
            <a:ext cx="147286" cy="130921"/>
          </a:xfrm>
          <a:custGeom>
            <a:avLst/>
            <a:gdLst/>
            <a:ahLst/>
            <a:cxnLst/>
            <a:rect l="l" t="t" r="r" b="b"/>
            <a:pathLst>
              <a:path w="147286" h="130921">
                <a:moveTo>
                  <a:pt x="0" y="85917"/>
                </a:moveTo>
                <a:cubicBezTo>
                  <a:pt x="0" y="106245"/>
                  <a:pt x="16493" y="122738"/>
                  <a:pt x="36821" y="122738"/>
                </a:cubicBezTo>
                <a:lnTo>
                  <a:pt x="114556" y="122738"/>
                </a:lnTo>
                <a:cubicBezTo>
                  <a:pt x="132634" y="122738"/>
                  <a:pt x="147286" y="108086"/>
                  <a:pt x="147286" y="90008"/>
                </a:cubicBezTo>
                <a:cubicBezTo>
                  <a:pt x="147286" y="76814"/>
                  <a:pt x="139487" y="65435"/>
                  <a:pt x="128236" y="60270"/>
                </a:cubicBezTo>
                <a:cubicBezTo>
                  <a:pt x="129949" y="56920"/>
                  <a:pt x="130921" y="53110"/>
                  <a:pt x="130921" y="49095"/>
                </a:cubicBezTo>
                <a:cubicBezTo>
                  <a:pt x="130921" y="35543"/>
                  <a:pt x="119926" y="24548"/>
                  <a:pt x="106373" y="24548"/>
                </a:cubicBezTo>
                <a:cubicBezTo>
                  <a:pt x="101847" y="24548"/>
                  <a:pt x="97628" y="25775"/>
                  <a:pt x="93997" y="27897"/>
                </a:cubicBezTo>
                <a:cubicBezTo>
                  <a:pt x="87835" y="16186"/>
                  <a:pt x="75535" y="8183"/>
                  <a:pt x="61369" y="8183"/>
                </a:cubicBezTo>
                <a:cubicBezTo>
                  <a:pt x="41041" y="8183"/>
                  <a:pt x="24548" y="24676"/>
                  <a:pt x="24548" y="45004"/>
                </a:cubicBezTo>
                <a:cubicBezTo>
                  <a:pt x="24548" y="47050"/>
                  <a:pt x="24727" y="49070"/>
                  <a:pt x="25033" y="51013"/>
                </a:cubicBezTo>
                <a:cubicBezTo>
                  <a:pt x="10484" y="55923"/>
                  <a:pt x="0" y="69705"/>
                  <a:pt x="0" y="85917"/>
                </a:cubicBezTo>
                <a:close/>
              </a:path>
            </a:pathLst>
          </a:custGeom>
          <a:solidFill>
            <a:schemeClr val="accent5">
              <a:lumMod val="60000"/>
              <a:lumOff val="40000"/>
            </a:schemeClr>
          </a:solidFill>
          <a:ln/>
        </p:spPr>
      </p:sp>
      <p:sp>
        <p:nvSpPr>
          <p:cNvPr id="33" name="Text 31"/>
          <p:cNvSpPr/>
          <p:nvPr/>
        </p:nvSpPr>
        <p:spPr>
          <a:xfrm>
            <a:off x="781616" y="6309681"/>
            <a:ext cx="370669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Times New Roman" panose="02020603050405020304" pitchFamily="18" charset="0"/>
                <a:ea typeface="Sorts Mill Goudy" pitchFamily="34" charset="-122"/>
                <a:cs typeface="Times New Roman" panose="02020603050405020304" pitchFamily="18" charset="0"/>
              </a:rPr>
              <a:t>IoT Integration</a:t>
            </a:r>
            <a:endParaRPr lang="en-US" sz="1600" dirty="0">
              <a:latin typeface="Times New Roman" panose="02020603050405020304" pitchFamily="18" charset="0"/>
              <a:cs typeface="Times New Roman" panose="02020603050405020304" pitchFamily="18" charset="0"/>
            </a:endParaRPr>
          </a:p>
        </p:txBody>
      </p:sp>
      <p:sp>
        <p:nvSpPr>
          <p:cNvPr id="34" name="Text 32"/>
          <p:cNvSpPr/>
          <p:nvPr/>
        </p:nvSpPr>
        <p:spPr>
          <a:xfrm>
            <a:off x="781616" y="6506062"/>
            <a:ext cx="3706695"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Times New Roman" panose="02020603050405020304" pitchFamily="18" charset="0"/>
                <a:ea typeface="Sorts Mill Goudy" pitchFamily="34" charset="-122"/>
                <a:cs typeface="Times New Roman" panose="02020603050405020304" pitchFamily="18" charset="0"/>
              </a:rPr>
              <a:t>Blynk IoT platform for remote monitoring and push notifications</a:t>
            </a:r>
            <a:endParaRPr lang="en-US" sz="1600" dirty="0">
              <a:latin typeface="Times New Roman" panose="02020603050405020304" pitchFamily="18" charset="0"/>
              <a:cs typeface="Times New Roman" panose="02020603050405020304" pitchFamily="18" charset="0"/>
            </a:endParaRPr>
          </a:p>
        </p:txBody>
      </p:sp>
      <p:sp>
        <p:nvSpPr>
          <p:cNvPr id="2" name="Shape 2">
            <a:extLst>
              <a:ext uri="{FF2B5EF4-FFF2-40B4-BE49-F238E27FC236}">
                <a16:creationId xmlns:a16="http://schemas.microsoft.com/office/drawing/2014/main" id="{FC3E9476-5FDB-DF1C-428F-B807AD878186}"/>
              </a:ext>
            </a:extLst>
          </p:cNvPr>
          <p:cNvSpPr/>
          <p:nvPr/>
        </p:nvSpPr>
        <p:spPr>
          <a:xfrm>
            <a:off x="219309" y="558625"/>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36" name="Rectangle 35">
            <a:extLst>
              <a:ext uri="{FF2B5EF4-FFF2-40B4-BE49-F238E27FC236}">
                <a16:creationId xmlns:a16="http://schemas.microsoft.com/office/drawing/2014/main" id="{4C65DAA5-7CB3-C6D2-8660-A5F064932336}"/>
              </a:ext>
            </a:extLst>
          </p:cNvPr>
          <p:cNvSpPr/>
          <p:nvPr/>
        </p:nvSpPr>
        <p:spPr>
          <a:xfrm>
            <a:off x="5963920" y="704357"/>
            <a:ext cx="2941321" cy="608043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7E13473A-FCE4-6101-9E9F-BDD950282D35}"/>
              </a:ext>
            </a:extLst>
          </p:cNvPr>
          <p:cNvSpPr/>
          <p:nvPr/>
        </p:nvSpPr>
        <p:spPr>
          <a:xfrm>
            <a:off x="9041549" y="704356"/>
            <a:ext cx="2941321" cy="6080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home/claude/newimgs/appliance_module.png">
            <a:extLst>
              <a:ext uri="{FF2B5EF4-FFF2-40B4-BE49-F238E27FC236}">
                <a16:creationId xmlns:a16="http://schemas.microsoft.com/office/drawing/2014/main" id="{685FAEB9-5379-E14B-88C3-363AD6A305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8807" b="20114"/>
          <a:stretch>
            <a:fillRect/>
          </a:stretch>
        </p:blipFill>
        <p:spPr bwMode="auto">
          <a:xfrm rot="16200000">
            <a:off x="7454547" y="2256463"/>
            <a:ext cx="6115328" cy="2941323"/>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DC5DD6E-F094-9072-2E67-46C8813FCFD2}"/>
              </a:ext>
            </a:extLst>
          </p:cNvPr>
          <p:cNvSpPr/>
          <p:nvPr/>
        </p:nvSpPr>
        <p:spPr>
          <a:xfrm>
            <a:off x="3536355" y="5082"/>
            <a:ext cx="51192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Architecture Diagram</a:t>
            </a:r>
            <a:endParaRPr lang="en-US" sz="3125" dirty="0">
              <a:solidFill>
                <a:srgbClr val="2083E7"/>
              </a:solidFill>
              <a:latin typeface="Times New Roman" panose="02020603050405020304" pitchFamily="18" charset="0"/>
              <a:cs typeface="Times New Roman" panose="02020603050405020304" pitchFamily="18" charset="0"/>
            </a:endParaRPr>
          </a:p>
        </p:txBody>
      </p:sp>
      <p:pic>
        <p:nvPicPr>
          <p:cNvPr id="1036" name="Picture 12">
            <a:extLst>
              <a:ext uri="{FF2B5EF4-FFF2-40B4-BE49-F238E27FC236}">
                <a16:creationId xmlns:a16="http://schemas.microsoft.com/office/drawing/2014/main" id="{7CE1B4C5-3536-A319-512A-A90140F9B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917" y="455408"/>
            <a:ext cx="9134167" cy="6404180"/>
          </a:xfrm>
          <a:prstGeom prst="rect">
            <a:avLst/>
          </a:prstGeom>
          <a:noFill/>
          <a:extLst>
            <a:ext uri="{909E8E84-426E-40DD-AFC4-6F175D3DCCD1}">
              <a14:hiddenFill xmlns:a14="http://schemas.microsoft.com/office/drawing/2010/main">
                <a:solidFill>
                  <a:srgbClr val="FFFFFF"/>
                </a:solidFill>
              </a14:hiddenFill>
            </a:ext>
          </a:extLst>
        </p:spPr>
      </p:pic>
      <p:sp>
        <p:nvSpPr>
          <p:cNvPr id="2" name="Shape 2">
            <a:extLst>
              <a:ext uri="{FF2B5EF4-FFF2-40B4-BE49-F238E27FC236}">
                <a16:creationId xmlns:a16="http://schemas.microsoft.com/office/drawing/2014/main" id="{D417E067-D04C-24C7-E0CA-25B90E4DC7F9}"/>
              </a:ext>
            </a:extLst>
          </p:cNvPr>
          <p:cNvSpPr/>
          <p:nvPr/>
        </p:nvSpPr>
        <p:spPr>
          <a:xfrm>
            <a:off x="317500" y="439533"/>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1981043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81DAD596-0026-ADF7-9D56-478E3A96DA49}"/>
              </a:ext>
            </a:extLst>
          </p:cNvPr>
          <p:cNvSpPr/>
          <p:nvPr/>
        </p:nvSpPr>
        <p:spPr>
          <a:xfrm>
            <a:off x="186814" y="806100"/>
            <a:ext cx="11788877" cy="1868129"/>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A8D19B2A-420E-FB20-6740-ECDD18EFA610}"/>
              </a:ext>
            </a:extLst>
          </p:cNvPr>
          <p:cNvSpPr/>
          <p:nvPr/>
        </p:nvSpPr>
        <p:spPr>
          <a:xfrm>
            <a:off x="373627" y="1298652"/>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7" name="Rectangle: Rounded Corners 6">
            <a:extLst>
              <a:ext uri="{FF2B5EF4-FFF2-40B4-BE49-F238E27FC236}">
                <a16:creationId xmlns:a16="http://schemas.microsoft.com/office/drawing/2014/main" id="{49023938-36C4-240B-2B2A-A538CD2CE459}"/>
              </a:ext>
            </a:extLst>
          </p:cNvPr>
          <p:cNvSpPr/>
          <p:nvPr/>
        </p:nvSpPr>
        <p:spPr>
          <a:xfrm>
            <a:off x="1838634" y="1243345"/>
            <a:ext cx="1602657" cy="526026"/>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&amp; Wi-Fi</a:t>
            </a:r>
          </a:p>
        </p:txBody>
      </p:sp>
      <p:sp>
        <p:nvSpPr>
          <p:cNvPr id="8" name="Rectangle: Rounded Corners 7">
            <a:extLst>
              <a:ext uri="{FF2B5EF4-FFF2-40B4-BE49-F238E27FC236}">
                <a16:creationId xmlns:a16="http://schemas.microsoft.com/office/drawing/2014/main" id="{C8628B4D-DD58-204D-B688-B33CE0ED5240}"/>
              </a:ext>
            </a:extLst>
          </p:cNvPr>
          <p:cNvSpPr/>
          <p:nvPr/>
        </p:nvSpPr>
        <p:spPr>
          <a:xfrm>
            <a:off x="3805084" y="1249490"/>
            <a:ext cx="110121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Read inputs </a:t>
            </a:r>
          </a:p>
        </p:txBody>
      </p:sp>
      <p:sp>
        <p:nvSpPr>
          <p:cNvPr id="9" name="Rectangle: Rounded Corners 8">
            <a:extLst>
              <a:ext uri="{FF2B5EF4-FFF2-40B4-BE49-F238E27FC236}">
                <a16:creationId xmlns:a16="http://schemas.microsoft.com/office/drawing/2014/main" id="{F98D5F39-50DC-B48C-8A3D-2D28D58C3D5E}"/>
              </a:ext>
            </a:extLst>
          </p:cNvPr>
          <p:cNvSpPr/>
          <p:nvPr/>
        </p:nvSpPr>
        <p:spPr>
          <a:xfrm>
            <a:off x="4935794" y="1991826"/>
            <a:ext cx="1101214"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ACK or STOP </a:t>
            </a:r>
          </a:p>
        </p:txBody>
      </p:sp>
      <p:sp>
        <p:nvSpPr>
          <p:cNvPr id="10" name="Rectangle: Rounded Corners 9">
            <a:extLst>
              <a:ext uri="{FF2B5EF4-FFF2-40B4-BE49-F238E27FC236}">
                <a16:creationId xmlns:a16="http://schemas.microsoft.com/office/drawing/2014/main" id="{A29CC0D5-12A7-278E-9CBB-F80E3CDC8DFC}"/>
              </a:ext>
            </a:extLst>
          </p:cNvPr>
          <p:cNvSpPr/>
          <p:nvPr/>
        </p:nvSpPr>
        <p:spPr>
          <a:xfrm>
            <a:off x="6096000" y="1265468"/>
            <a:ext cx="1582994" cy="481781"/>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appliance command</a:t>
            </a:r>
          </a:p>
        </p:txBody>
      </p:sp>
      <p:sp>
        <p:nvSpPr>
          <p:cNvPr id="11" name="Diamond 10">
            <a:extLst>
              <a:ext uri="{FF2B5EF4-FFF2-40B4-BE49-F238E27FC236}">
                <a16:creationId xmlns:a16="http://schemas.microsoft.com/office/drawing/2014/main" id="{7E5F49C2-26ED-8166-6880-E2D5A47384E3}"/>
              </a:ext>
            </a:extLst>
          </p:cNvPr>
          <p:cNvSpPr/>
          <p:nvPr/>
        </p:nvSpPr>
        <p:spPr>
          <a:xfrm>
            <a:off x="8455491" y="1197168"/>
            <a:ext cx="1986366"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Is Feedback Received </a:t>
            </a:r>
          </a:p>
        </p:txBody>
      </p:sp>
      <p:sp>
        <p:nvSpPr>
          <p:cNvPr id="12" name="Rectangle: Rounded Corners 11">
            <a:extLst>
              <a:ext uri="{FF2B5EF4-FFF2-40B4-BE49-F238E27FC236}">
                <a16:creationId xmlns:a16="http://schemas.microsoft.com/office/drawing/2014/main" id="{66AA7FB5-0F4C-AAA3-D148-39C3B0BB305C}"/>
              </a:ext>
            </a:extLst>
          </p:cNvPr>
          <p:cNvSpPr/>
          <p:nvPr/>
        </p:nvSpPr>
        <p:spPr>
          <a:xfrm>
            <a:off x="10717160" y="1549374"/>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Play Feedback</a:t>
            </a:r>
          </a:p>
        </p:txBody>
      </p:sp>
      <p:cxnSp>
        <p:nvCxnSpPr>
          <p:cNvPr id="32" name="Straight Arrow Connector 31">
            <a:extLst>
              <a:ext uri="{FF2B5EF4-FFF2-40B4-BE49-F238E27FC236}">
                <a16:creationId xmlns:a16="http://schemas.microsoft.com/office/drawing/2014/main" id="{E7C09913-3A8D-C781-9AAD-F8F1EE14BAC5}"/>
              </a:ext>
            </a:extLst>
          </p:cNvPr>
          <p:cNvCxnSpPr>
            <a:stCxn id="6" idx="3"/>
            <a:endCxn id="7" idx="1"/>
          </p:cNvCxnSpPr>
          <p:nvPr/>
        </p:nvCxnSpPr>
        <p:spPr>
          <a:xfrm flipV="1">
            <a:off x="1474839" y="1506358"/>
            <a:ext cx="363794" cy="36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B8D31F57-826F-12E8-D28D-077F3D3792D6}"/>
              </a:ext>
            </a:extLst>
          </p:cNvPr>
          <p:cNvCxnSpPr>
            <a:stCxn id="7" idx="3"/>
            <a:endCxn id="8" idx="1"/>
          </p:cNvCxnSpPr>
          <p:nvPr/>
        </p:nvCxnSpPr>
        <p:spPr>
          <a:xfrm>
            <a:off x="3441290" y="1506359"/>
            <a:ext cx="363794" cy="36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CB96FF2B-9A7E-0E82-A4EB-83076051C2E3}"/>
              </a:ext>
            </a:extLst>
          </p:cNvPr>
          <p:cNvCxnSpPr>
            <a:endCxn id="10" idx="1"/>
          </p:cNvCxnSpPr>
          <p:nvPr/>
        </p:nvCxnSpPr>
        <p:spPr>
          <a:xfrm>
            <a:off x="4906298" y="1506358"/>
            <a:ext cx="1189702"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Connector: Elbow 41">
            <a:extLst>
              <a:ext uri="{FF2B5EF4-FFF2-40B4-BE49-F238E27FC236}">
                <a16:creationId xmlns:a16="http://schemas.microsoft.com/office/drawing/2014/main" id="{D69D3E48-A022-4154-C4E9-98B7C50C4707}"/>
              </a:ext>
            </a:extLst>
          </p:cNvPr>
          <p:cNvCxnSpPr>
            <a:stCxn id="8" idx="2"/>
            <a:endCxn id="9" idx="1"/>
          </p:cNvCxnSpPr>
          <p:nvPr/>
        </p:nvCxnSpPr>
        <p:spPr>
          <a:xfrm rot="16200000" flipH="1">
            <a:off x="4414684" y="1711607"/>
            <a:ext cx="462116" cy="58010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or: Elbow 43">
            <a:extLst>
              <a:ext uri="{FF2B5EF4-FFF2-40B4-BE49-F238E27FC236}">
                <a16:creationId xmlns:a16="http://schemas.microsoft.com/office/drawing/2014/main" id="{81A88C73-A2FD-C99F-2C6A-A15ACE1F01AD}"/>
              </a:ext>
            </a:extLst>
          </p:cNvPr>
          <p:cNvCxnSpPr>
            <a:stCxn id="12" idx="0"/>
            <a:endCxn id="8" idx="0"/>
          </p:cNvCxnSpPr>
          <p:nvPr/>
        </p:nvCxnSpPr>
        <p:spPr>
          <a:xfrm rot="16200000" flipV="1">
            <a:off x="7661789" y="-2056606"/>
            <a:ext cx="299883" cy="6912076"/>
          </a:xfrm>
          <a:prstGeom prst="bentConnector3">
            <a:avLst>
              <a:gd name="adj1" fmla="val 186066"/>
            </a:avLst>
          </a:prstGeom>
          <a:ln>
            <a:tailEnd type="triangle"/>
          </a:ln>
        </p:spPr>
        <p:style>
          <a:lnRef idx="3">
            <a:schemeClr val="dk1"/>
          </a:lnRef>
          <a:fillRef idx="0">
            <a:schemeClr val="dk1"/>
          </a:fillRef>
          <a:effectRef idx="2">
            <a:schemeClr val="dk1"/>
          </a:effectRef>
          <a:fontRef idx="minor">
            <a:schemeClr val="tx1"/>
          </a:fontRef>
        </p:style>
      </p:cxnSp>
      <p:sp>
        <p:nvSpPr>
          <p:cNvPr id="46" name="Rectangle: Rounded Corners 45">
            <a:extLst>
              <a:ext uri="{FF2B5EF4-FFF2-40B4-BE49-F238E27FC236}">
                <a16:creationId xmlns:a16="http://schemas.microsoft.com/office/drawing/2014/main" id="{23C7DCD5-C18D-6241-9E1F-1C6D699A0518}"/>
              </a:ext>
            </a:extLst>
          </p:cNvPr>
          <p:cNvSpPr/>
          <p:nvPr/>
        </p:nvSpPr>
        <p:spPr>
          <a:xfrm>
            <a:off x="186813" y="3102175"/>
            <a:ext cx="11788877" cy="3702542"/>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Rectangle: Rounded Corners 46">
            <a:extLst>
              <a:ext uri="{FF2B5EF4-FFF2-40B4-BE49-F238E27FC236}">
                <a16:creationId xmlns:a16="http://schemas.microsoft.com/office/drawing/2014/main" id="{AB38A7E5-B436-1BD6-E77A-F0877AA53DD0}"/>
              </a:ext>
            </a:extLst>
          </p:cNvPr>
          <p:cNvSpPr/>
          <p:nvPr/>
        </p:nvSpPr>
        <p:spPr>
          <a:xfrm>
            <a:off x="388375" y="3744245"/>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48" name="Rectangle: Rounded Corners 47">
            <a:extLst>
              <a:ext uri="{FF2B5EF4-FFF2-40B4-BE49-F238E27FC236}">
                <a16:creationId xmlns:a16="http://schemas.microsoft.com/office/drawing/2014/main" id="{B38ED511-D5F1-1DFE-80A7-03EBCF24B0C8}"/>
              </a:ext>
            </a:extLst>
          </p:cNvPr>
          <p:cNvSpPr/>
          <p:nvPr/>
        </p:nvSpPr>
        <p:spPr>
          <a:xfrm>
            <a:off x="1720646" y="3534695"/>
            <a:ext cx="1809135" cy="841887"/>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Wi-Fi &amp; Display</a:t>
            </a:r>
          </a:p>
        </p:txBody>
      </p:sp>
      <p:sp>
        <p:nvSpPr>
          <p:cNvPr id="49" name="Rectangle: Rounded Corners 48">
            <a:extLst>
              <a:ext uri="{FF2B5EF4-FFF2-40B4-BE49-F238E27FC236}">
                <a16:creationId xmlns:a16="http://schemas.microsoft.com/office/drawing/2014/main" id="{F8DAC6C7-8B69-0DE4-6E7D-C8BCD5B2D419}"/>
              </a:ext>
            </a:extLst>
          </p:cNvPr>
          <p:cNvSpPr/>
          <p:nvPr/>
        </p:nvSpPr>
        <p:spPr>
          <a:xfrm>
            <a:off x="3819832" y="3695083"/>
            <a:ext cx="146500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Listen TCP for commands</a:t>
            </a:r>
          </a:p>
        </p:txBody>
      </p:sp>
      <p:sp>
        <p:nvSpPr>
          <p:cNvPr id="50" name="Rectangle: Rounded Corners 49">
            <a:extLst>
              <a:ext uri="{FF2B5EF4-FFF2-40B4-BE49-F238E27FC236}">
                <a16:creationId xmlns:a16="http://schemas.microsoft.com/office/drawing/2014/main" id="{C08023B0-F4FD-4D3B-9389-26213752191A}"/>
              </a:ext>
            </a:extLst>
          </p:cNvPr>
          <p:cNvSpPr/>
          <p:nvPr/>
        </p:nvSpPr>
        <p:spPr>
          <a:xfrm>
            <a:off x="8017991" y="5580601"/>
            <a:ext cx="1194369"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Emergency alert</a:t>
            </a:r>
          </a:p>
        </p:txBody>
      </p:sp>
      <p:sp>
        <p:nvSpPr>
          <p:cNvPr id="51" name="Rectangle: Rounded Corners 50">
            <a:extLst>
              <a:ext uri="{FF2B5EF4-FFF2-40B4-BE49-F238E27FC236}">
                <a16:creationId xmlns:a16="http://schemas.microsoft.com/office/drawing/2014/main" id="{C7480AAD-D8BF-40BE-68D8-41D2C625E58E}"/>
              </a:ext>
            </a:extLst>
          </p:cNvPr>
          <p:cNvSpPr/>
          <p:nvPr/>
        </p:nvSpPr>
        <p:spPr>
          <a:xfrm>
            <a:off x="8064568" y="3714749"/>
            <a:ext cx="1101214" cy="481781"/>
          </a:xfrm>
          <a:prstGeom prst="roundRect">
            <a:avLst>
              <a:gd name="adj" fmla="val 24499"/>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Decode command</a:t>
            </a:r>
          </a:p>
        </p:txBody>
      </p:sp>
      <p:sp>
        <p:nvSpPr>
          <p:cNvPr id="52" name="Diamond 51">
            <a:extLst>
              <a:ext uri="{FF2B5EF4-FFF2-40B4-BE49-F238E27FC236}">
                <a16:creationId xmlns:a16="http://schemas.microsoft.com/office/drawing/2014/main" id="{7D28E799-713C-7685-DD18-F48FB4485E59}"/>
              </a:ext>
            </a:extLst>
          </p:cNvPr>
          <p:cNvSpPr/>
          <p:nvPr/>
        </p:nvSpPr>
        <p:spPr>
          <a:xfrm>
            <a:off x="5972541" y="3330062"/>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Command Received </a:t>
            </a:r>
          </a:p>
        </p:txBody>
      </p:sp>
      <p:sp>
        <p:nvSpPr>
          <p:cNvPr id="53" name="Rectangle: Rounded Corners 52">
            <a:extLst>
              <a:ext uri="{FF2B5EF4-FFF2-40B4-BE49-F238E27FC236}">
                <a16:creationId xmlns:a16="http://schemas.microsoft.com/office/drawing/2014/main" id="{2A513333-991D-D6EA-2364-7D97550E3E47}"/>
              </a:ext>
            </a:extLst>
          </p:cNvPr>
          <p:cNvSpPr/>
          <p:nvPr/>
        </p:nvSpPr>
        <p:spPr>
          <a:xfrm>
            <a:off x="10018782" y="4885673"/>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Update display</a:t>
            </a:r>
          </a:p>
        </p:txBody>
      </p:sp>
      <p:cxnSp>
        <p:nvCxnSpPr>
          <p:cNvPr id="54" name="Straight Arrow Connector 53">
            <a:extLst>
              <a:ext uri="{FF2B5EF4-FFF2-40B4-BE49-F238E27FC236}">
                <a16:creationId xmlns:a16="http://schemas.microsoft.com/office/drawing/2014/main" id="{78E8EE1C-F847-07FF-9F95-3F6954981A58}"/>
              </a:ext>
            </a:extLst>
          </p:cNvPr>
          <p:cNvCxnSpPr>
            <a:cxnSpLocks/>
            <a:stCxn id="47" idx="3"/>
            <a:endCxn id="48" idx="1"/>
          </p:cNvCxnSpPr>
          <p:nvPr/>
        </p:nvCxnSpPr>
        <p:spPr>
          <a:xfrm flipV="1">
            <a:off x="1489587" y="3955639"/>
            <a:ext cx="231058"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5" name="Straight Arrow Connector 54">
            <a:extLst>
              <a:ext uri="{FF2B5EF4-FFF2-40B4-BE49-F238E27FC236}">
                <a16:creationId xmlns:a16="http://schemas.microsoft.com/office/drawing/2014/main" id="{CD45AB73-EB8C-15A8-221D-585B6F8B1714}"/>
              </a:ext>
            </a:extLst>
          </p:cNvPr>
          <p:cNvCxnSpPr>
            <a:cxnSpLocks/>
            <a:stCxn id="48" idx="3"/>
            <a:endCxn id="49" idx="1"/>
          </p:cNvCxnSpPr>
          <p:nvPr/>
        </p:nvCxnSpPr>
        <p:spPr>
          <a:xfrm>
            <a:off x="3529780" y="3955638"/>
            <a:ext cx="2900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58FA36F6-0C47-1494-E6C0-C75943646722}"/>
              </a:ext>
            </a:extLst>
          </p:cNvPr>
          <p:cNvCxnSpPr>
            <a:endCxn id="12" idx="1"/>
          </p:cNvCxnSpPr>
          <p:nvPr/>
        </p:nvCxnSpPr>
        <p:spPr>
          <a:xfrm>
            <a:off x="10441858" y="1817303"/>
            <a:ext cx="27530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1" name="Connector: Elbow 70">
            <a:extLst>
              <a:ext uri="{FF2B5EF4-FFF2-40B4-BE49-F238E27FC236}">
                <a16:creationId xmlns:a16="http://schemas.microsoft.com/office/drawing/2014/main" id="{AA369F99-31C4-1D4E-60E6-7E300422DD98}"/>
              </a:ext>
            </a:extLst>
          </p:cNvPr>
          <p:cNvCxnSpPr>
            <a:stCxn id="11" idx="1"/>
            <a:endCxn id="11" idx="0"/>
          </p:cNvCxnSpPr>
          <p:nvPr/>
        </p:nvCxnSpPr>
        <p:spPr>
          <a:xfrm rot="10800000" flipH="1">
            <a:off x="8455491" y="1197167"/>
            <a:ext cx="993183" cy="625578"/>
          </a:xfrm>
          <a:prstGeom prst="bentConnector4">
            <a:avLst>
              <a:gd name="adj1" fmla="val -23017"/>
              <a:gd name="adj2" fmla="val 121740"/>
            </a:avLst>
          </a:prstGeom>
          <a:ln>
            <a:tailEnd type="triangle"/>
          </a:ln>
        </p:spPr>
        <p:style>
          <a:lnRef idx="3">
            <a:schemeClr val="dk1"/>
          </a:lnRef>
          <a:fillRef idx="0">
            <a:schemeClr val="dk1"/>
          </a:fillRef>
          <a:effectRef idx="2">
            <a:schemeClr val="dk1"/>
          </a:effectRef>
          <a:fontRef idx="minor">
            <a:schemeClr val="tx1"/>
          </a:fontRef>
        </p:style>
      </p:cxnSp>
      <p:sp>
        <p:nvSpPr>
          <p:cNvPr id="86" name="Rectangle: Rounded Corners 85">
            <a:extLst>
              <a:ext uri="{FF2B5EF4-FFF2-40B4-BE49-F238E27FC236}">
                <a16:creationId xmlns:a16="http://schemas.microsoft.com/office/drawing/2014/main" id="{355E69CC-A992-E3C0-D4F5-FDBAAF3977B6}"/>
              </a:ext>
            </a:extLst>
          </p:cNvPr>
          <p:cNvSpPr/>
          <p:nvPr/>
        </p:nvSpPr>
        <p:spPr>
          <a:xfrm>
            <a:off x="9659843" y="3695084"/>
            <a:ext cx="1819095"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Execute command &amp; give Feedback</a:t>
            </a:r>
          </a:p>
        </p:txBody>
      </p:sp>
      <p:cxnSp>
        <p:nvCxnSpPr>
          <p:cNvPr id="88" name="Straight Arrow Connector 87">
            <a:extLst>
              <a:ext uri="{FF2B5EF4-FFF2-40B4-BE49-F238E27FC236}">
                <a16:creationId xmlns:a16="http://schemas.microsoft.com/office/drawing/2014/main" id="{45A10AE1-7C9B-2DCE-F14E-155522C44BCB}"/>
              </a:ext>
            </a:extLst>
          </p:cNvPr>
          <p:cNvCxnSpPr>
            <a:stCxn id="49" idx="3"/>
            <a:endCxn id="52" idx="1"/>
          </p:cNvCxnSpPr>
          <p:nvPr/>
        </p:nvCxnSpPr>
        <p:spPr>
          <a:xfrm>
            <a:off x="5284836" y="3955639"/>
            <a:ext cx="68770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9" name="Straight Arrow Connector 98">
            <a:extLst>
              <a:ext uri="{FF2B5EF4-FFF2-40B4-BE49-F238E27FC236}">
                <a16:creationId xmlns:a16="http://schemas.microsoft.com/office/drawing/2014/main" id="{08FB15CD-F820-8857-7B24-BF1FA1D886A3}"/>
              </a:ext>
            </a:extLst>
          </p:cNvPr>
          <p:cNvCxnSpPr>
            <a:stCxn id="52" idx="3"/>
            <a:endCxn id="51" idx="1"/>
          </p:cNvCxnSpPr>
          <p:nvPr/>
        </p:nvCxnSpPr>
        <p:spPr>
          <a:xfrm>
            <a:off x="7781678" y="3955639"/>
            <a:ext cx="2828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3" name="Straight Arrow Connector 102">
            <a:extLst>
              <a:ext uri="{FF2B5EF4-FFF2-40B4-BE49-F238E27FC236}">
                <a16:creationId xmlns:a16="http://schemas.microsoft.com/office/drawing/2014/main" id="{631F6ADE-C006-1453-6206-1D42F2EA34FB}"/>
              </a:ext>
            </a:extLst>
          </p:cNvPr>
          <p:cNvCxnSpPr>
            <a:stCxn id="51" idx="3"/>
            <a:endCxn id="86" idx="1"/>
          </p:cNvCxnSpPr>
          <p:nvPr/>
        </p:nvCxnSpPr>
        <p:spPr>
          <a:xfrm>
            <a:off x="9165782" y="3955639"/>
            <a:ext cx="4940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5" name="Diamond 104">
            <a:extLst>
              <a:ext uri="{FF2B5EF4-FFF2-40B4-BE49-F238E27FC236}">
                <a16:creationId xmlns:a16="http://schemas.microsoft.com/office/drawing/2014/main" id="{70D10E76-B7E0-947F-6835-D366FB34F92E}"/>
              </a:ext>
            </a:extLst>
          </p:cNvPr>
          <p:cNvSpPr/>
          <p:nvPr/>
        </p:nvSpPr>
        <p:spPr>
          <a:xfrm>
            <a:off x="3647766" y="5192968"/>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Flame detected  </a:t>
            </a:r>
          </a:p>
        </p:txBody>
      </p:sp>
      <p:sp>
        <p:nvSpPr>
          <p:cNvPr id="106" name="Rectangle: Rounded Corners 105">
            <a:extLst>
              <a:ext uri="{FF2B5EF4-FFF2-40B4-BE49-F238E27FC236}">
                <a16:creationId xmlns:a16="http://schemas.microsoft.com/office/drawing/2014/main" id="{94206811-9F28-5229-C7AE-CE15057CB4F5}"/>
              </a:ext>
            </a:extLst>
          </p:cNvPr>
          <p:cNvSpPr/>
          <p:nvPr/>
        </p:nvSpPr>
        <p:spPr>
          <a:xfrm>
            <a:off x="884436" y="5560935"/>
            <a:ext cx="2467366"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Monitor Flame sensor &amp;MQ2 gas sensor</a:t>
            </a:r>
          </a:p>
        </p:txBody>
      </p:sp>
      <p:cxnSp>
        <p:nvCxnSpPr>
          <p:cNvPr id="112" name="Straight Arrow Connector 111">
            <a:extLst>
              <a:ext uri="{FF2B5EF4-FFF2-40B4-BE49-F238E27FC236}">
                <a16:creationId xmlns:a16="http://schemas.microsoft.com/office/drawing/2014/main" id="{BA8B5833-6357-C99C-3A1A-A788973201D8}"/>
              </a:ext>
            </a:extLst>
          </p:cNvPr>
          <p:cNvCxnSpPr>
            <a:cxnSpLocks/>
            <a:stCxn id="106" idx="3"/>
            <a:endCxn id="105" idx="1"/>
          </p:cNvCxnSpPr>
          <p:nvPr/>
        </p:nvCxnSpPr>
        <p:spPr>
          <a:xfrm flipV="1">
            <a:off x="3351802" y="5818546"/>
            <a:ext cx="295964" cy="294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Connector: Elbow 113">
            <a:extLst>
              <a:ext uri="{FF2B5EF4-FFF2-40B4-BE49-F238E27FC236}">
                <a16:creationId xmlns:a16="http://schemas.microsoft.com/office/drawing/2014/main" id="{D4CF69B5-CC6C-9201-5B4E-800388E9E990}"/>
              </a:ext>
            </a:extLst>
          </p:cNvPr>
          <p:cNvCxnSpPr>
            <a:cxnSpLocks/>
            <a:stCxn id="105" idx="2"/>
            <a:endCxn id="106" idx="2"/>
          </p:cNvCxnSpPr>
          <p:nvPr/>
        </p:nvCxnSpPr>
        <p:spPr>
          <a:xfrm rot="5400000" flipH="1">
            <a:off x="3154188" y="5045976"/>
            <a:ext cx="362078" cy="2434216"/>
          </a:xfrm>
          <a:prstGeom prst="bentConnector3">
            <a:avLst>
              <a:gd name="adj1" fmla="val -27835"/>
            </a:avLst>
          </a:prstGeom>
          <a:ln>
            <a:tailEnd type="triangle"/>
          </a:ln>
        </p:spPr>
        <p:style>
          <a:lnRef idx="3">
            <a:schemeClr val="dk1"/>
          </a:lnRef>
          <a:fillRef idx="0">
            <a:schemeClr val="dk1"/>
          </a:fillRef>
          <a:effectRef idx="2">
            <a:schemeClr val="dk1"/>
          </a:effectRef>
          <a:fontRef idx="minor">
            <a:schemeClr val="tx1"/>
          </a:fontRef>
        </p:style>
      </p:cxnSp>
      <p:cxnSp>
        <p:nvCxnSpPr>
          <p:cNvPr id="119" name="Straight Arrow Connector 118">
            <a:extLst>
              <a:ext uri="{FF2B5EF4-FFF2-40B4-BE49-F238E27FC236}">
                <a16:creationId xmlns:a16="http://schemas.microsoft.com/office/drawing/2014/main" id="{5CA3FCD9-5A42-D517-7C43-E74F7A1250A5}"/>
              </a:ext>
            </a:extLst>
          </p:cNvPr>
          <p:cNvCxnSpPr>
            <a:stCxn id="105" idx="3"/>
            <a:endCxn id="50" idx="1"/>
          </p:cNvCxnSpPr>
          <p:nvPr/>
        </p:nvCxnSpPr>
        <p:spPr>
          <a:xfrm>
            <a:off x="5456902" y="5818545"/>
            <a:ext cx="2561088" cy="29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1" name="Connector: Elbow 120">
            <a:extLst>
              <a:ext uri="{FF2B5EF4-FFF2-40B4-BE49-F238E27FC236}">
                <a16:creationId xmlns:a16="http://schemas.microsoft.com/office/drawing/2014/main" id="{1B171AFD-A64B-E9C3-4160-6B3CF619C19B}"/>
              </a:ext>
            </a:extLst>
          </p:cNvPr>
          <p:cNvCxnSpPr>
            <a:stCxn id="50" idx="3"/>
            <a:endCxn id="53" idx="2"/>
          </p:cNvCxnSpPr>
          <p:nvPr/>
        </p:nvCxnSpPr>
        <p:spPr>
          <a:xfrm flipV="1">
            <a:off x="9212359" y="5421531"/>
            <a:ext cx="1357030" cy="39996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894EC649-DBF4-D78C-E135-4C7180086948}"/>
              </a:ext>
            </a:extLst>
          </p:cNvPr>
          <p:cNvCxnSpPr>
            <a:stCxn id="86" idx="2"/>
            <a:endCxn id="53" idx="0"/>
          </p:cNvCxnSpPr>
          <p:nvPr/>
        </p:nvCxnSpPr>
        <p:spPr>
          <a:xfrm flipH="1">
            <a:off x="10569390" y="4216194"/>
            <a:ext cx="1" cy="6694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Connector: Elbow 126">
            <a:extLst>
              <a:ext uri="{FF2B5EF4-FFF2-40B4-BE49-F238E27FC236}">
                <a16:creationId xmlns:a16="http://schemas.microsoft.com/office/drawing/2014/main" id="{7674BEBF-8C31-DD15-49CB-574399EAAF9A}"/>
              </a:ext>
            </a:extLst>
          </p:cNvPr>
          <p:cNvCxnSpPr>
            <a:stCxn id="52" idx="2"/>
            <a:endCxn id="49" idx="2"/>
          </p:cNvCxnSpPr>
          <p:nvPr/>
        </p:nvCxnSpPr>
        <p:spPr>
          <a:xfrm rot="5400000" flipH="1">
            <a:off x="5532211" y="3236319"/>
            <a:ext cx="365023" cy="2324775"/>
          </a:xfrm>
          <a:prstGeom prst="bentConnector3">
            <a:avLst>
              <a:gd name="adj1" fmla="val -62626"/>
            </a:avLst>
          </a:prstGeom>
          <a:ln>
            <a:tailEnd type="triangle"/>
          </a:ln>
        </p:spPr>
        <p:style>
          <a:lnRef idx="3">
            <a:schemeClr val="dk1"/>
          </a:lnRef>
          <a:fillRef idx="0">
            <a:schemeClr val="dk1"/>
          </a:fillRef>
          <a:effectRef idx="2">
            <a:schemeClr val="dk1"/>
          </a:effectRef>
          <a:fontRef idx="minor">
            <a:schemeClr val="tx1"/>
          </a:fontRef>
        </p:style>
      </p:cxnSp>
      <p:cxnSp>
        <p:nvCxnSpPr>
          <p:cNvPr id="131" name="Connector: Elbow 130">
            <a:extLst>
              <a:ext uri="{FF2B5EF4-FFF2-40B4-BE49-F238E27FC236}">
                <a16:creationId xmlns:a16="http://schemas.microsoft.com/office/drawing/2014/main" id="{28097E87-0FBF-2AF5-8C0B-256B135F5381}"/>
              </a:ext>
            </a:extLst>
          </p:cNvPr>
          <p:cNvCxnSpPr>
            <a:stCxn id="9" idx="2"/>
            <a:endCxn id="49" idx="0"/>
          </p:cNvCxnSpPr>
          <p:nvPr/>
        </p:nvCxnSpPr>
        <p:spPr>
          <a:xfrm rot="5400000">
            <a:off x="4408631" y="2617312"/>
            <a:ext cx="1221477" cy="934067"/>
          </a:xfrm>
          <a:prstGeom prst="bentConnector3">
            <a:avLst>
              <a:gd name="adj1" fmla="val 32943"/>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Connector: Elbow 133">
            <a:extLst>
              <a:ext uri="{FF2B5EF4-FFF2-40B4-BE49-F238E27FC236}">
                <a16:creationId xmlns:a16="http://schemas.microsoft.com/office/drawing/2014/main" id="{5254FE19-DEB1-345F-E353-7E4B1DE48677}"/>
              </a:ext>
            </a:extLst>
          </p:cNvPr>
          <p:cNvCxnSpPr>
            <a:stCxn id="10" idx="2"/>
            <a:endCxn id="49" idx="0"/>
          </p:cNvCxnSpPr>
          <p:nvPr/>
        </p:nvCxnSpPr>
        <p:spPr>
          <a:xfrm rot="5400000">
            <a:off x="4746000" y="1553585"/>
            <a:ext cx="1947835" cy="2335163"/>
          </a:xfrm>
          <a:prstGeom prst="bentConnector3">
            <a:avLst>
              <a:gd name="adj1" fmla="val 57928"/>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7" name="Isosceles Triangle 136">
            <a:extLst>
              <a:ext uri="{FF2B5EF4-FFF2-40B4-BE49-F238E27FC236}">
                <a16:creationId xmlns:a16="http://schemas.microsoft.com/office/drawing/2014/main" id="{080DF562-8501-0154-8FF0-C57B67517EB9}"/>
              </a:ext>
            </a:extLst>
          </p:cNvPr>
          <p:cNvSpPr/>
          <p:nvPr/>
        </p:nvSpPr>
        <p:spPr>
          <a:xfrm rot="10800000">
            <a:off x="4524267" y="3632585"/>
            <a:ext cx="56132" cy="5297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EFFE3EA4-750C-4901-38BC-ED9842836766}"/>
              </a:ext>
            </a:extLst>
          </p:cNvPr>
          <p:cNvSpPr txBox="1"/>
          <p:nvPr/>
        </p:nvSpPr>
        <p:spPr>
          <a:xfrm>
            <a:off x="373627" y="795776"/>
            <a:ext cx="2343783" cy="369332"/>
          </a:xfrm>
          <a:prstGeom prst="rect">
            <a:avLst/>
          </a:prstGeom>
          <a:noFill/>
        </p:spPr>
        <p:txBody>
          <a:bodyPr wrap="none" rtlCol="0">
            <a:spAutoFit/>
          </a:bodyPr>
          <a:lstStyle/>
          <a:p>
            <a:r>
              <a:rPr lang="en-IN" b="1" i="1" dirty="0">
                <a:solidFill>
                  <a:srgbClr val="0070C0"/>
                </a:solidFill>
              </a:rPr>
              <a:t>Braille Keypad Module</a:t>
            </a:r>
          </a:p>
        </p:txBody>
      </p:sp>
      <p:sp>
        <p:nvSpPr>
          <p:cNvPr id="141" name="TextBox 140">
            <a:extLst>
              <a:ext uri="{FF2B5EF4-FFF2-40B4-BE49-F238E27FC236}">
                <a16:creationId xmlns:a16="http://schemas.microsoft.com/office/drawing/2014/main" id="{94AFB615-A3DF-7851-3BD6-207D7743D09A}"/>
              </a:ext>
            </a:extLst>
          </p:cNvPr>
          <p:cNvSpPr txBox="1"/>
          <p:nvPr/>
        </p:nvSpPr>
        <p:spPr>
          <a:xfrm>
            <a:off x="358002" y="3122154"/>
            <a:ext cx="2675156" cy="369332"/>
          </a:xfrm>
          <a:prstGeom prst="rect">
            <a:avLst/>
          </a:prstGeom>
          <a:noFill/>
        </p:spPr>
        <p:txBody>
          <a:bodyPr wrap="none" rtlCol="0">
            <a:spAutoFit/>
          </a:bodyPr>
          <a:lstStyle/>
          <a:p>
            <a:r>
              <a:rPr lang="en-IN" b="1" i="1" dirty="0">
                <a:solidFill>
                  <a:srgbClr val="0070C0"/>
                </a:solidFill>
              </a:rPr>
              <a:t>Appliance Control Module</a:t>
            </a:r>
          </a:p>
        </p:txBody>
      </p:sp>
      <p:sp>
        <p:nvSpPr>
          <p:cNvPr id="142" name="TextBox 141">
            <a:extLst>
              <a:ext uri="{FF2B5EF4-FFF2-40B4-BE49-F238E27FC236}">
                <a16:creationId xmlns:a16="http://schemas.microsoft.com/office/drawing/2014/main" id="{0D25C2E4-2AC1-C13A-6332-E64716A6AEAD}"/>
              </a:ext>
            </a:extLst>
          </p:cNvPr>
          <p:cNvSpPr txBox="1"/>
          <p:nvPr/>
        </p:nvSpPr>
        <p:spPr>
          <a:xfrm>
            <a:off x="4932218" y="1240074"/>
            <a:ext cx="1104790" cy="246221"/>
          </a:xfrm>
          <a:prstGeom prst="rect">
            <a:avLst/>
          </a:prstGeom>
          <a:noFill/>
        </p:spPr>
        <p:txBody>
          <a:bodyPr wrap="none" rtlCol="0">
            <a:spAutoFit/>
          </a:bodyPr>
          <a:lstStyle/>
          <a:p>
            <a:r>
              <a:rPr lang="en-IN" sz="1000" dirty="0"/>
              <a:t>Valid Braille Input</a:t>
            </a:r>
          </a:p>
        </p:txBody>
      </p:sp>
      <p:sp>
        <p:nvSpPr>
          <p:cNvPr id="143" name="TextBox 142">
            <a:extLst>
              <a:ext uri="{FF2B5EF4-FFF2-40B4-BE49-F238E27FC236}">
                <a16:creationId xmlns:a16="http://schemas.microsoft.com/office/drawing/2014/main" id="{6C8E88EA-A9AB-6784-419F-DABFFB86F3F4}"/>
              </a:ext>
            </a:extLst>
          </p:cNvPr>
          <p:cNvSpPr txBox="1"/>
          <p:nvPr/>
        </p:nvSpPr>
        <p:spPr>
          <a:xfrm>
            <a:off x="4285078" y="1786178"/>
            <a:ext cx="793807" cy="246221"/>
          </a:xfrm>
          <a:prstGeom prst="rect">
            <a:avLst/>
          </a:prstGeom>
          <a:noFill/>
        </p:spPr>
        <p:txBody>
          <a:bodyPr wrap="none" rtlCol="0">
            <a:spAutoFit/>
          </a:bodyPr>
          <a:lstStyle/>
          <a:p>
            <a:r>
              <a:rPr lang="en-IN" sz="1000" dirty="0"/>
              <a:t>Emergency </a:t>
            </a:r>
          </a:p>
        </p:txBody>
      </p:sp>
      <p:sp>
        <p:nvSpPr>
          <p:cNvPr id="144" name="TextBox 143">
            <a:extLst>
              <a:ext uri="{FF2B5EF4-FFF2-40B4-BE49-F238E27FC236}">
                <a16:creationId xmlns:a16="http://schemas.microsoft.com/office/drawing/2014/main" id="{BBFF0620-4728-4C9E-D526-7CD03EBA480F}"/>
              </a:ext>
            </a:extLst>
          </p:cNvPr>
          <p:cNvSpPr txBox="1"/>
          <p:nvPr/>
        </p:nvSpPr>
        <p:spPr>
          <a:xfrm>
            <a:off x="10384583" y="1576526"/>
            <a:ext cx="389850" cy="246221"/>
          </a:xfrm>
          <a:prstGeom prst="rect">
            <a:avLst/>
          </a:prstGeom>
          <a:noFill/>
        </p:spPr>
        <p:txBody>
          <a:bodyPr wrap="none" rtlCol="0">
            <a:spAutoFit/>
          </a:bodyPr>
          <a:lstStyle/>
          <a:p>
            <a:r>
              <a:rPr lang="en-IN" sz="1000" dirty="0"/>
              <a:t>Yes </a:t>
            </a:r>
          </a:p>
        </p:txBody>
      </p:sp>
      <p:sp>
        <p:nvSpPr>
          <p:cNvPr id="145" name="TextBox 144">
            <a:extLst>
              <a:ext uri="{FF2B5EF4-FFF2-40B4-BE49-F238E27FC236}">
                <a16:creationId xmlns:a16="http://schemas.microsoft.com/office/drawing/2014/main" id="{82E78F61-16DC-BBE1-E4C7-D2A0B8ADC2C7}"/>
              </a:ext>
            </a:extLst>
          </p:cNvPr>
          <p:cNvSpPr txBox="1"/>
          <p:nvPr/>
        </p:nvSpPr>
        <p:spPr>
          <a:xfrm>
            <a:off x="7734237" y="3715055"/>
            <a:ext cx="389850" cy="246221"/>
          </a:xfrm>
          <a:prstGeom prst="rect">
            <a:avLst/>
          </a:prstGeom>
          <a:noFill/>
        </p:spPr>
        <p:txBody>
          <a:bodyPr wrap="none" rtlCol="0">
            <a:spAutoFit/>
          </a:bodyPr>
          <a:lstStyle/>
          <a:p>
            <a:r>
              <a:rPr lang="en-IN" sz="1000" dirty="0"/>
              <a:t>Yes </a:t>
            </a:r>
          </a:p>
        </p:txBody>
      </p:sp>
      <p:sp>
        <p:nvSpPr>
          <p:cNvPr id="146" name="TextBox 145">
            <a:extLst>
              <a:ext uri="{FF2B5EF4-FFF2-40B4-BE49-F238E27FC236}">
                <a16:creationId xmlns:a16="http://schemas.microsoft.com/office/drawing/2014/main" id="{77884AFE-E097-E7FB-385C-12467DB7C632}"/>
              </a:ext>
            </a:extLst>
          </p:cNvPr>
          <p:cNvSpPr txBox="1"/>
          <p:nvPr/>
        </p:nvSpPr>
        <p:spPr>
          <a:xfrm>
            <a:off x="6542521" y="5591682"/>
            <a:ext cx="389850" cy="246221"/>
          </a:xfrm>
          <a:prstGeom prst="rect">
            <a:avLst/>
          </a:prstGeom>
          <a:noFill/>
        </p:spPr>
        <p:txBody>
          <a:bodyPr wrap="none" rtlCol="0">
            <a:spAutoFit/>
          </a:bodyPr>
          <a:lstStyle/>
          <a:p>
            <a:r>
              <a:rPr lang="en-IN" sz="1000" dirty="0"/>
              <a:t>Yes </a:t>
            </a:r>
          </a:p>
        </p:txBody>
      </p:sp>
      <p:sp>
        <p:nvSpPr>
          <p:cNvPr id="147" name="TextBox 146">
            <a:extLst>
              <a:ext uri="{FF2B5EF4-FFF2-40B4-BE49-F238E27FC236}">
                <a16:creationId xmlns:a16="http://schemas.microsoft.com/office/drawing/2014/main" id="{0F7AB474-DFF9-054B-BF01-0406545CB382}"/>
              </a:ext>
            </a:extLst>
          </p:cNvPr>
          <p:cNvSpPr txBox="1"/>
          <p:nvPr/>
        </p:nvSpPr>
        <p:spPr>
          <a:xfrm>
            <a:off x="8181909" y="1330305"/>
            <a:ext cx="393056" cy="246221"/>
          </a:xfrm>
          <a:prstGeom prst="rect">
            <a:avLst/>
          </a:prstGeom>
          <a:noFill/>
        </p:spPr>
        <p:txBody>
          <a:bodyPr wrap="none" rtlCol="0">
            <a:spAutoFit/>
          </a:bodyPr>
          <a:lstStyle/>
          <a:p>
            <a:r>
              <a:rPr lang="en-IN" sz="1000" dirty="0"/>
              <a:t>No  </a:t>
            </a:r>
          </a:p>
        </p:txBody>
      </p:sp>
      <p:sp>
        <p:nvSpPr>
          <p:cNvPr id="148" name="TextBox 147">
            <a:extLst>
              <a:ext uri="{FF2B5EF4-FFF2-40B4-BE49-F238E27FC236}">
                <a16:creationId xmlns:a16="http://schemas.microsoft.com/office/drawing/2014/main" id="{7F99E7F9-01CE-2C5E-AC31-D77E5C1F67BC}"/>
              </a:ext>
            </a:extLst>
          </p:cNvPr>
          <p:cNvSpPr txBox="1"/>
          <p:nvPr/>
        </p:nvSpPr>
        <p:spPr>
          <a:xfrm>
            <a:off x="5518193" y="4591357"/>
            <a:ext cx="393056" cy="246221"/>
          </a:xfrm>
          <a:prstGeom prst="rect">
            <a:avLst/>
          </a:prstGeom>
          <a:noFill/>
        </p:spPr>
        <p:txBody>
          <a:bodyPr wrap="none" rtlCol="0">
            <a:spAutoFit/>
          </a:bodyPr>
          <a:lstStyle/>
          <a:p>
            <a:r>
              <a:rPr lang="en-IN" sz="1000" dirty="0"/>
              <a:t>No  </a:t>
            </a:r>
          </a:p>
        </p:txBody>
      </p:sp>
      <p:sp>
        <p:nvSpPr>
          <p:cNvPr id="149" name="TextBox 148">
            <a:extLst>
              <a:ext uri="{FF2B5EF4-FFF2-40B4-BE49-F238E27FC236}">
                <a16:creationId xmlns:a16="http://schemas.microsoft.com/office/drawing/2014/main" id="{F6BA028A-64BF-C5AD-D36C-654AA0B42F73}"/>
              </a:ext>
            </a:extLst>
          </p:cNvPr>
          <p:cNvSpPr txBox="1"/>
          <p:nvPr/>
        </p:nvSpPr>
        <p:spPr>
          <a:xfrm>
            <a:off x="3426776" y="6314838"/>
            <a:ext cx="393056" cy="246221"/>
          </a:xfrm>
          <a:prstGeom prst="rect">
            <a:avLst/>
          </a:prstGeom>
          <a:noFill/>
        </p:spPr>
        <p:txBody>
          <a:bodyPr wrap="none" rtlCol="0">
            <a:spAutoFit/>
          </a:bodyPr>
          <a:lstStyle/>
          <a:p>
            <a:r>
              <a:rPr lang="en-IN" sz="1000" dirty="0"/>
              <a:t>No  </a:t>
            </a:r>
          </a:p>
        </p:txBody>
      </p:sp>
      <p:cxnSp>
        <p:nvCxnSpPr>
          <p:cNvPr id="159" name="Connector: Elbow 158">
            <a:extLst>
              <a:ext uri="{FF2B5EF4-FFF2-40B4-BE49-F238E27FC236}">
                <a16:creationId xmlns:a16="http://schemas.microsoft.com/office/drawing/2014/main" id="{6C80C7F7-81B5-2B89-2EF1-43BF114F6D0C}"/>
              </a:ext>
            </a:extLst>
          </p:cNvPr>
          <p:cNvCxnSpPr>
            <a:stCxn id="86" idx="3"/>
            <a:endCxn id="11" idx="2"/>
          </p:cNvCxnSpPr>
          <p:nvPr/>
        </p:nvCxnSpPr>
        <p:spPr>
          <a:xfrm flipH="1" flipV="1">
            <a:off x="9448675" y="2448323"/>
            <a:ext cx="2030263" cy="1507317"/>
          </a:xfrm>
          <a:prstGeom prst="bentConnector4">
            <a:avLst>
              <a:gd name="adj1" fmla="val -11260"/>
              <a:gd name="adj2" fmla="val 67775"/>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1" name="Isosceles Triangle 160">
            <a:extLst>
              <a:ext uri="{FF2B5EF4-FFF2-40B4-BE49-F238E27FC236}">
                <a16:creationId xmlns:a16="http://schemas.microsoft.com/office/drawing/2014/main" id="{768EE49A-0314-473C-3D17-E9B805FA0268}"/>
              </a:ext>
            </a:extLst>
          </p:cNvPr>
          <p:cNvSpPr/>
          <p:nvPr/>
        </p:nvSpPr>
        <p:spPr>
          <a:xfrm>
            <a:off x="9422003" y="2456728"/>
            <a:ext cx="53340" cy="6604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2" name="TextBox 171">
            <a:extLst>
              <a:ext uri="{FF2B5EF4-FFF2-40B4-BE49-F238E27FC236}">
                <a16:creationId xmlns:a16="http://schemas.microsoft.com/office/drawing/2014/main" id="{5D4A0E75-38FF-8060-CCA0-7325C1FCFE23}"/>
              </a:ext>
            </a:extLst>
          </p:cNvPr>
          <p:cNvSpPr txBox="1"/>
          <p:nvPr/>
        </p:nvSpPr>
        <p:spPr>
          <a:xfrm>
            <a:off x="8331205" y="4493087"/>
            <a:ext cx="1223413" cy="400110"/>
          </a:xfrm>
          <a:prstGeom prst="rect">
            <a:avLst/>
          </a:prstGeom>
          <a:noFill/>
        </p:spPr>
        <p:txBody>
          <a:bodyPr wrap="none" rtlCol="0">
            <a:spAutoFit/>
          </a:bodyPr>
          <a:lstStyle/>
          <a:p>
            <a:pPr algn="ctr"/>
            <a:r>
              <a:rPr lang="en-IN" sz="1000" dirty="0"/>
              <a:t>‘F’ fire alert </a:t>
            </a:r>
          </a:p>
          <a:p>
            <a:pPr algn="ctr"/>
            <a:r>
              <a:rPr lang="en-IN" sz="1000" dirty="0"/>
              <a:t>feedback pattern →</a:t>
            </a:r>
          </a:p>
        </p:txBody>
      </p:sp>
      <p:cxnSp>
        <p:nvCxnSpPr>
          <p:cNvPr id="175" name="Connector: Elbow 174">
            <a:extLst>
              <a:ext uri="{FF2B5EF4-FFF2-40B4-BE49-F238E27FC236}">
                <a16:creationId xmlns:a16="http://schemas.microsoft.com/office/drawing/2014/main" id="{B77CE150-CA1F-9BDE-7547-C1D7EAA6B7E7}"/>
              </a:ext>
            </a:extLst>
          </p:cNvPr>
          <p:cNvCxnSpPr>
            <a:cxnSpLocks/>
            <a:stCxn id="50" idx="3"/>
            <a:endCxn id="161" idx="0"/>
          </p:cNvCxnSpPr>
          <p:nvPr/>
        </p:nvCxnSpPr>
        <p:spPr>
          <a:xfrm flipV="1">
            <a:off x="9212359" y="2456729"/>
            <a:ext cx="236314" cy="3364763"/>
          </a:xfrm>
          <a:prstGeom prst="bentConnector4">
            <a:avLst>
              <a:gd name="adj1" fmla="val 44357"/>
              <a:gd name="adj2" fmla="val 89"/>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1" name="TextBox 180">
            <a:extLst>
              <a:ext uri="{FF2B5EF4-FFF2-40B4-BE49-F238E27FC236}">
                <a16:creationId xmlns:a16="http://schemas.microsoft.com/office/drawing/2014/main" id="{F32F0B91-5573-7D4C-3E03-4E6BBAFE15AE}"/>
              </a:ext>
            </a:extLst>
          </p:cNvPr>
          <p:cNvSpPr txBox="1"/>
          <p:nvPr/>
        </p:nvSpPr>
        <p:spPr>
          <a:xfrm>
            <a:off x="10592762" y="3144289"/>
            <a:ext cx="1223413" cy="400110"/>
          </a:xfrm>
          <a:prstGeom prst="rect">
            <a:avLst/>
          </a:prstGeom>
          <a:noFill/>
        </p:spPr>
        <p:txBody>
          <a:bodyPr wrap="none" rtlCol="0">
            <a:spAutoFit/>
          </a:bodyPr>
          <a:lstStyle/>
          <a:p>
            <a:pPr algn="ctr"/>
            <a:r>
              <a:rPr lang="en-IN" sz="1000" dirty="0"/>
              <a:t>S/E/C/W</a:t>
            </a:r>
          </a:p>
          <a:p>
            <a:pPr algn="ctr"/>
            <a:r>
              <a:rPr lang="en-IN" sz="1000" dirty="0"/>
              <a:t>feedback pattern →</a:t>
            </a:r>
          </a:p>
        </p:txBody>
      </p:sp>
      <p:cxnSp>
        <p:nvCxnSpPr>
          <p:cNvPr id="183" name="Connector: Elbow 182">
            <a:extLst>
              <a:ext uri="{FF2B5EF4-FFF2-40B4-BE49-F238E27FC236}">
                <a16:creationId xmlns:a16="http://schemas.microsoft.com/office/drawing/2014/main" id="{DBABEF82-8914-5F7B-03A0-F1EB66AB6C67}"/>
              </a:ext>
            </a:extLst>
          </p:cNvPr>
          <p:cNvCxnSpPr>
            <a:cxnSpLocks/>
            <a:stCxn id="53" idx="3"/>
            <a:endCxn id="106" idx="1"/>
          </p:cNvCxnSpPr>
          <p:nvPr/>
        </p:nvCxnSpPr>
        <p:spPr>
          <a:xfrm flipH="1">
            <a:off x="884436" y="5153603"/>
            <a:ext cx="10235560" cy="667887"/>
          </a:xfrm>
          <a:prstGeom prst="bentConnector5">
            <a:avLst>
              <a:gd name="adj1" fmla="val -2233"/>
              <a:gd name="adj2" fmla="val 216904"/>
              <a:gd name="adj3" fmla="val 102233"/>
            </a:avLst>
          </a:prstGeom>
          <a:ln>
            <a:tailEnd type="triangle"/>
          </a:ln>
        </p:spPr>
        <p:style>
          <a:lnRef idx="3">
            <a:schemeClr val="dk1"/>
          </a:lnRef>
          <a:fillRef idx="0">
            <a:schemeClr val="dk1"/>
          </a:fillRef>
          <a:effectRef idx="2">
            <a:schemeClr val="dk1"/>
          </a:effectRef>
          <a:fontRef idx="minor">
            <a:schemeClr val="tx1"/>
          </a:fontRef>
        </p:style>
      </p:cxnSp>
      <p:cxnSp>
        <p:nvCxnSpPr>
          <p:cNvPr id="190" name="Connector: Elbow 189">
            <a:extLst>
              <a:ext uri="{FF2B5EF4-FFF2-40B4-BE49-F238E27FC236}">
                <a16:creationId xmlns:a16="http://schemas.microsoft.com/office/drawing/2014/main" id="{25358D26-1678-4E60-A7A8-4BBA3AAEEF32}"/>
              </a:ext>
            </a:extLst>
          </p:cNvPr>
          <p:cNvCxnSpPr>
            <a:stCxn id="53" idx="1"/>
            <a:endCxn id="49" idx="2"/>
          </p:cNvCxnSpPr>
          <p:nvPr/>
        </p:nvCxnSpPr>
        <p:spPr>
          <a:xfrm rot="10800000">
            <a:off x="4552334" y="4216195"/>
            <a:ext cx="5466448" cy="93740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C58E3C9C-3950-7B7A-4C57-53731F9E305A}"/>
              </a:ext>
            </a:extLst>
          </p:cNvPr>
          <p:cNvCxnSpPr/>
          <p:nvPr/>
        </p:nvCxnSpPr>
        <p:spPr>
          <a:xfrm>
            <a:off x="6877110" y="2880852"/>
            <a:ext cx="2571563"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06B23845-34C7-54F1-93ED-2A400CF82E2C}"/>
              </a:ext>
            </a:extLst>
          </p:cNvPr>
          <p:cNvSpPr txBox="1"/>
          <p:nvPr/>
        </p:nvSpPr>
        <p:spPr>
          <a:xfrm>
            <a:off x="7056336" y="2613008"/>
            <a:ext cx="2206053" cy="523220"/>
          </a:xfrm>
          <a:prstGeom prst="rect">
            <a:avLst/>
          </a:prstGeom>
          <a:noFill/>
        </p:spPr>
        <p:txBody>
          <a:bodyPr wrap="none" rtlCol="0">
            <a:spAutoFit/>
          </a:bodyPr>
          <a:lstStyle/>
          <a:p>
            <a:r>
              <a:rPr lang="en-IN" sz="1400" dirty="0"/>
              <a:t>Wire less communication</a:t>
            </a:r>
          </a:p>
          <a:p>
            <a:r>
              <a:rPr lang="en-IN" sz="1400" dirty="0"/>
              <a:t> through Wi-Fi using TCP/IP </a:t>
            </a:r>
          </a:p>
        </p:txBody>
      </p:sp>
      <p:sp>
        <p:nvSpPr>
          <p:cNvPr id="5" name="Title 4">
            <a:extLst>
              <a:ext uri="{FF2B5EF4-FFF2-40B4-BE49-F238E27FC236}">
                <a16:creationId xmlns:a16="http://schemas.microsoft.com/office/drawing/2014/main" id="{93A6C296-B659-00BA-676C-D8666787BDBA}"/>
              </a:ext>
            </a:extLst>
          </p:cNvPr>
          <p:cNvSpPr>
            <a:spLocks noGrp="1"/>
          </p:cNvSpPr>
          <p:nvPr>
            <p:ph type="title"/>
          </p:nvPr>
        </p:nvSpPr>
        <p:spPr/>
        <p:txBody>
          <a:bodyPr/>
          <a:lstStyle/>
          <a:p>
            <a:r>
              <a:rPr lang="en-IN" dirty="0"/>
              <a:t> </a:t>
            </a:r>
          </a:p>
        </p:txBody>
      </p:sp>
      <p:cxnSp>
        <p:nvCxnSpPr>
          <p:cNvPr id="20" name="Connector: Elbow 19">
            <a:extLst>
              <a:ext uri="{FF2B5EF4-FFF2-40B4-BE49-F238E27FC236}">
                <a16:creationId xmlns:a16="http://schemas.microsoft.com/office/drawing/2014/main" id="{17FA9577-43B3-2704-4158-9E41B0EEC899}"/>
              </a:ext>
            </a:extLst>
          </p:cNvPr>
          <p:cNvCxnSpPr>
            <a:stCxn id="48" idx="2"/>
            <a:endCxn id="106" idx="0"/>
          </p:cNvCxnSpPr>
          <p:nvPr/>
        </p:nvCxnSpPr>
        <p:spPr>
          <a:xfrm rot="5400000">
            <a:off x="1779491" y="4715211"/>
            <a:ext cx="1184353" cy="507095"/>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2" name="Text 0">
            <a:extLst>
              <a:ext uri="{FF2B5EF4-FFF2-40B4-BE49-F238E27FC236}">
                <a16:creationId xmlns:a16="http://schemas.microsoft.com/office/drawing/2014/main" id="{68B3FAD0-C734-5463-804D-675D0182D73B}"/>
              </a:ext>
            </a:extLst>
          </p:cNvPr>
          <p:cNvSpPr/>
          <p:nvPr/>
        </p:nvSpPr>
        <p:spPr>
          <a:xfrm>
            <a:off x="3720575" y="142284"/>
            <a:ext cx="4461334" cy="340905"/>
          </a:xfrm>
          <a:prstGeom prst="rect">
            <a:avLst/>
          </a:prstGeom>
          <a:noFill/>
          <a:ln/>
        </p:spPr>
        <p:txBody>
          <a:bodyPr wrap="none" lIns="0" tIns="0" rIns="0" bIns="0" rtlCol="0" anchor="t"/>
          <a:lstStyle/>
          <a:p>
            <a:pPr algn="ct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System Execution Flow</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49DE6003-86F3-14C8-5D0E-C0054AA7ECF8}"/>
              </a:ext>
            </a:extLst>
          </p:cNvPr>
          <p:cNvSpPr/>
          <p:nvPr/>
        </p:nvSpPr>
        <p:spPr>
          <a:xfrm>
            <a:off x="317500" y="600126"/>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3433759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318638" y="354934"/>
            <a:ext cx="5554725" cy="319441"/>
          </a:xfrm>
          <a:prstGeom prst="rect">
            <a:avLst/>
          </a:prstGeom>
          <a:noFill/>
          <a:ln/>
        </p:spPr>
        <p:txBody>
          <a:bodyPr wrap="square" lIns="0" tIns="0" rIns="0" bIns="0" rtlCol="0" anchor="ctr"/>
          <a:lstStyle/>
          <a:p>
            <a:pPr>
              <a:lnSpc>
                <a:spcPct val="100000"/>
              </a:lnSpc>
            </a:pPr>
            <a:r>
              <a:rPr lang="en-US" sz="2096" b="1" dirty="0">
                <a:solidFill>
                  <a:srgbClr val="0070C0"/>
                </a:solidFill>
                <a:latin typeface="Times New Roman" panose="02020603050405020304" pitchFamily="18" charset="0"/>
                <a:ea typeface="Sorts Mill Goudy" pitchFamily="34" charset="-122"/>
                <a:cs typeface="Times New Roman" panose="02020603050405020304" pitchFamily="18" charset="0"/>
              </a:rPr>
              <a:t>Module Communication &amp; Braille Recognition</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4" name="Shape 2"/>
          <p:cNvSpPr/>
          <p:nvPr/>
        </p:nvSpPr>
        <p:spPr>
          <a:xfrm>
            <a:off x="354934" y="745362"/>
            <a:ext cx="11482131" cy="17747"/>
          </a:xfrm>
          <a:custGeom>
            <a:avLst/>
            <a:gdLst/>
            <a:ahLst/>
            <a:cxnLst/>
            <a:rect l="l" t="t" r="r" b="b"/>
            <a:pathLst>
              <a:path w="11482131" h="17747">
                <a:moveTo>
                  <a:pt x="0" y="0"/>
                </a:moveTo>
                <a:lnTo>
                  <a:pt x="11482131" y="0"/>
                </a:lnTo>
                <a:lnTo>
                  <a:pt x="11482131" y="17747"/>
                </a:lnTo>
                <a:lnTo>
                  <a:pt x="0" y="17747"/>
                </a:lnTo>
                <a:lnTo>
                  <a:pt x="0" y="0"/>
                </a:lnTo>
                <a:close/>
              </a:path>
            </a:pathLst>
          </a:custGeom>
          <a:solidFill>
            <a:srgbClr val="92D050"/>
          </a:solidFill>
          <a:ln>
            <a:solidFill>
              <a:srgbClr val="92D050"/>
            </a:solidFill>
          </a:ln>
        </p:spPr>
      </p:sp>
      <p:sp>
        <p:nvSpPr>
          <p:cNvPr id="5" name="Shape 3"/>
          <p:cNvSpPr/>
          <p:nvPr/>
        </p:nvSpPr>
        <p:spPr>
          <a:xfrm>
            <a:off x="372681" y="905083"/>
            <a:ext cx="35493" cy="1739179"/>
          </a:xfrm>
          <a:custGeom>
            <a:avLst/>
            <a:gdLst/>
            <a:ahLst/>
            <a:cxnLst/>
            <a:rect l="l" t="t" r="r" b="b"/>
            <a:pathLst>
              <a:path w="35493" h="1739179">
                <a:moveTo>
                  <a:pt x="0" y="0"/>
                </a:moveTo>
                <a:lnTo>
                  <a:pt x="35493" y="0"/>
                </a:lnTo>
                <a:lnTo>
                  <a:pt x="35493" y="1739179"/>
                </a:lnTo>
                <a:lnTo>
                  <a:pt x="0" y="1739179"/>
                </a:lnTo>
                <a:lnTo>
                  <a:pt x="0" y="0"/>
                </a:lnTo>
                <a:close/>
              </a:path>
            </a:pathLst>
          </a:custGeom>
          <a:solidFill>
            <a:srgbClr val="FFFF00"/>
          </a:solidFill>
          <a:ln/>
        </p:spPr>
      </p:sp>
      <p:sp>
        <p:nvSpPr>
          <p:cNvPr id="6" name="Text 4"/>
          <p:cNvSpPr/>
          <p:nvPr/>
        </p:nvSpPr>
        <p:spPr>
          <a:xfrm>
            <a:off x="532402" y="905083"/>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Times New Roman" panose="02020603050405020304" pitchFamily="18" charset="0"/>
                <a:ea typeface="Sorts Mill Goudy" pitchFamily="34" charset="-122"/>
                <a:cs typeface="Times New Roman" panose="02020603050405020304" pitchFamily="18" charset="0"/>
              </a:rPr>
              <a:t>System Connectivity</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532402" y="1260017"/>
            <a:ext cx="5545852" cy="212961"/>
          </a:xfrm>
          <a:prstGeom prst="rect">
            <a:avLst/>
          </a:prstGeom>
          <a:noFill/>
          <a:ln/>
        </p:spPr>
        <p:txBody>
          <a:bodyPr wrap="square" lIns="0" tIns="0" rIns="0" bIns="0" rtlCol="0" anchor="ctr"/>
          <a:lstStyle/>
          <a:p>
            <a:pPr>
              <a:lnSpc>
                <a:spcPct val="130000"/>
              </a:lnSpc>
            </a:pPr>
            <a:r>
              <a:rPr lang="en-US" sz="1118" b="1" dirty="0">
                <a:solidFill>
                  <a:srgbClr val="1F2937"/>
                </a:solidFill>
                <a:latin typeface="Times New Roman" panose="02020603050405020304" pitchFamily="18" charset="0"/>
                <a:ea typeface="Sorts Mill Goudy" pitchFamily="34" charset="-122"/>
                <a:cs typeface="Times New Roman" panose="02020603050405020304" pitchFamily="18" charset="0"/>
              </a:rPr>
              <a:t>Network Topology</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532402" y="1508472"/>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Operates on a </a:t>
            </a:r>
            <a:r>
              <a:rPr lang="en-US" sz="1118" b="1" dirty="0">
                <a:solidFill>
                  <a:srgbClr val="1F2937"/>
                </a:solidFill>
                <a:latin typeface="Times New Roman" panose="02020603050405020304" pitchFamily="18" charset="0"/>
                <a:ea typeface="Sorts Mill Goudy" pitchFamily="34" charset="-122"/>
                <a:cs typeface="Times New Roman" panose="02020603050405020304" pitchFamily="18" charset="0"/>
              </a:rPr>
              <a:t>Master/Slave model</a:t>
            </a: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 where the Remote Module (TCP Client) connects to the Appliance Module (TCP Server) on </a:t>
            </a:r>
            <a:r>
              <a:rPr lang="en-US" sz="978" dirty="0">
                <a:latin typeface="Times New Roman" panose="02020603050405020304" pitchFamily="18" charset="0"/>
                <a:ea typeface="MiSans" pitchFamily="34" charset="-122"/>
                <a:cs typeface="Times New Roman" panose="02020603050405020304" pitchFamily="18" charset="0"/>
              </a:rPr>
              <a:t>Port 7890 </a:t>
            </a: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32402" y="2005380"/>
            <a:ext cx="5545852" cy="212961"/>
          </a:xfrm>
          <a:prstGeom prst="rect">
            <a:avLst/>
          </a:prstGeom>
          <a:noFill/>
          <a:ln/>
        </p:spPr>
        <p:txBody>
          <a:bodyPr wrap="square" lIns="0" tIns="0" rIns="0" bIns="0" rtlCol="0" anchor="ctr"/>
          <a:lstStyle/>
          <a:p>
            <a:pPr>
              <a:lnSpc>
                <a:spcPct val="130000"/>
              </a:lnSpc>
            </a:pPr>
            <a:r>
              <a:rPr lang="en-US" sz="1118" b="1" dirty="0">
                <a:solidFill>
                  <a:srgbClr val="1F2937"/>
                </a:solidFill>
                <a:latin typeface="Times New Roman" panose="02020603050405020304" pitchFamily="18" charset="0"/>
                <a:ea typeface="Sorts Mill Goudy" pitchFamily="34" charset="-122"/>
                <a:cs typeface="Times New Roman" panose="02020603050405020304" pitchFamily="18" charset="0"/>
              </a:rPr>
              <a:t>Dual-Mode Wi-Fi</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532402" y="2253834"/>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Utilizes </a:t>
            </a:r>
            <a:r>
              <a:rPr lang="en-US" sz="978" dirty="0">
                <a:solidFill>
                  <a:srgbClr val="1F2937"/>
                </a:solidFill>
                <a:highlight>
                  <a:srgbClr val="F9FAFB">
                    <a:alpha val="100000"/>
                  </a:srgbClr>
                </a:highlight>
                <a:latin typeface="Times New Roman" panose="02020603050405020304" pitchFamily="18" charset="0"/>
                <a:ea typeface="MiSans" pitchFamily="34" charset="-122"/>
                <a:cs typeface="Times New Roman" panose="02020603050405020304" pitchFamily="18" charset="0"/>
              </a:rPr>
              <a:t>WIFI_AP_STA </a:t>
            </a: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mode to allow either connection via a router or direct peer-to-peer (AP) connection.</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372681" y="2786235"/>
            <a:ext cx="45719" cy="3815043"/>
          </a:xfrm>
          <a:custGeom>
            <a:avLst/>
            <a:gdLst/>
            <a:ahLst/>
            <a:cxnLst/>
            <a:rect l="l" t="t" r="r" b="b"/>
            <a:pathLst>
              <a:path w="35493" h="3709066">
                <a:moveTo>
                  <a:pt x="0" y="0"/>
                </a:moveTo>
                <a:lnTo>
                  <a:pt x="35493" y="0"/>
                </a:lnTo>
                <a:lnTo>
                  <a:pt x="35493" y="3709066"/>
                </a:lnTo>
                <a:lnTo>
                  <a:pt x="0" y="3709066"/>
                </a:lnTo>
                <a:lnTo>
                  <a:pt x="0" y="0"/>
                </a:lnTo>
                <a:close/>
              </a:path>
            </a:pathLst>
          </a:custGeom>
          <a:solidFill>
            <a:srgbClr val="7030A0"/>
          </a:solidFill>
          <a:ln/>
        </p:spPr>
      </p:sp>
      <p:sp>
        <p:nvSpPr>
          <p:cNvPr id="12" name="Text 10"/>
          <p:cNvSpPr/>
          <p:nvPr/>
        </p:nvSpPr>
        <p:spPr>
          <a:xfrm>
            <a:off x="532402" y="2786236"/>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Times New Roman" panose="02020603050405020304" pitchFamily="18" charset="0"/>
                <a:ea typeface="Sorts Mill Goudy" pitchFamily="34" charset="-122"/>
                <a:cs typeface="Times New Roman" panose="02020603050405020304" pitchFamily="18" charset="0"/>
              </a:rPr>
              <a:t>The Braille Recognition Engine</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532402" y="3141170"/>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uses bitwise logic to convert physical inputs from a 6-dot cell into a binary pattern.</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535951" y="3641628"/>
            <a:ext cx="5473090" cy="1480077"/>
          </a:xfrm>
          <a:custGeom>
            <a:avLst/>
            <a:gdLst/>
            <a:ahLst/>
            <a:cxnLst/>
            <a:rect l="l" t="t" r="r" b="b"/>
            <a:pathLst>
              <a:path w="5473090" h="1480077">
                <a:moveTo>
                  <a:pt x="35492" y="0"/>
                </a:moveTo>
                <a:lnTo>
                  <a:pt x="5437598" y="0"/>
                </a:lnTo>
                <a:cubicBezTo>
                  <a:pt x="5457200" y="0"/>
                  <a:pt x="5473090" y="15890"/>
                  <a:pt x="5473090" y="35492"/>
                </a:cubicBezTo>
                <a:lnTo>
                  <a:pt x="5473090" y="1444585"/>
                </a:lnTo>
                <a:cubicBezTo>
                  <a:pt x="5473090" y="1464186"/>
                  <a:pt x="5457200" y="1480077"/>
                  <a:pt x="5437598" y="1480077"/>
                </a:cubicBezTo>
                <a:lnTo>
                  <a:pt x="35492" y="1480077"/>
                </a:lnTo>
                <a:cubicBezTo>
                  <a:pt x="15890" y="1480077"/>
                  <a:pt x="0" y="1464186"/>
                  <a:pt x="0" y="1444585"/>
                </a:cubicBezTo>
                <a:lnTo>
                  <a:pt x="0" y="35492"/>
                </a:lnTo>
                <a:cubicBezTo>
                  <a:pt x="0" y="15890"/>
                  <a:pt x="15890" y="0"/>
                  <a:pt x="35492" y="0"/>
                </a:cubicBezTo>
                <a:close/>
              </a:path>
            </a:pathLst>
          </a:custGeom>
          <a:solidFill>
            <a:srgbClr val="F9FAFB"/>
          </a:solidFill>
          <a:ln w="10160">
            <a:solidFill>
              <a:srgbClr val="E5E7EB"/>
            </a:solidFill>
            <a:prstDash val="solid"/>
          </a:ln>
        </p:spPr>
      </p:sp>
      <p:sp>
        <p:nvSpPr>
          <p:cNvPr id="15" name="Text 13"/>
          <p:cNvSpPr/>
          <p:nvPr/>
        </p:nvSpPr>
        <p:spPr>
          <a:xfrm>
            <a:off x="645981" y="3751658"/>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Times New Roman" panose="02020603050405020304" pitchFamily="18" charset="0"/>
                <a:ea typeface="MiSans" pitchFamily="34" charset="-122"/>
                <a:cs typeface="Times New Roman" panose="02020603050405020304" pitchFamily="18" charset="0"/>
              </a:rPr>
              <a:t>// Bitwise Pattern Detection</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645981" y="4000112"/>
            <a:ext cx="5315144" cy="1011563"/>
          </a:xfrm>
          <a:prstGeom prst="rect">
            <a:avLst/>
          </a:prstGeom>
          <a:noFill/>
          <a:ln/>
        </p:spPr>
        <p:txBody>
          <a:bodyPr wrap="square" lIns="0" tIns="0" rIns="0" bIns="0" rtlCol="0" anchor="ctr"/>
          <a:lstStyle/>
          <a:p>
            <a:pPr>
              <a:lnSpc>
                <a:spcPct val="100000"/>
              </a:lnSpc>
            </a:pP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byte</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pattern = 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for</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int</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i=0; i&lt;6; i++)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(digitalRead(btnPins[i]) == LOW)</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pattern |= (1 &lt;&lt; i); </a:t>
            </a: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Map buttons to binary bits</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6203368" y="905083"/>
            <a:ext cx="35493" cy="2333694"/>
          </a:xfrm>
          <a:custGeom>
            <a:avLst/>
            <a:gdLst/>
            <a:ahLst/>
            <a:cxnLst/>
            <a:rect l="l" t="t" r="r" b="b"/>
            <a:pathLst>
              <a:path w="35493" h="2333694">
                <a:moveTo>
                  <a:pt x="0" y="0"/>
                </a:moveTo>
                <a:lnTo>
                  <a:pt x="35493" y="0"/>
                </a:lnTo>
                <a:lnTo>
                  <a:pt x="35493" y="2333694"/>
                </a:lnTo>
                <a:lnTo>
                  <a:pt x="0" y="2333694"/>
                </a:lnTo>
                <a:lnTo>
                  <a:pt x="0" y="0"/>
                </a:lnTo>
                <a:close/>
              </a:path>
            </a:pathLst>
          </a:custGeom>
          <a:solidFill>
            <a:srgbClr val="00B0F0"/>
          </a:solidFill>
          <a:ln/>
        </p:spPr>
      </p:sp>
      <p:sp>
        <p:nvSpPr>
          <p:cNvPr id="18" name="Text 16"/>
          <p:cNvSpPr/>
          <p:nvPr/>
        </p:nvSpPr>
        <p:spPr>
          <a:xfrm>
            <a:off x="6363089" y="905083"/>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Times New Roman" panose="02020603050405020304" pitchFamily="18" charset="0"/>
                <a:ea typeface="Sorts Mill Goudy" pitchFamily="34" charset="-122"/>
                <a:cs typeface="Times New Roman" panose="02020603050405020304" pitchFamily="18" charset="0"/>
              </a:rPr>
              <a:t>Lookup Table &amp; Pattern Mapping</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6363089" y="1260017"/>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The </a:t>
            </a:r>
            <a:r>
              <a:rPr lang="en-US" sz="978" dirty="0">
                <a:solidFill>
                  <a:srgbClr val="1F2937"/>
                </a:solidFill>
                <a:highlight>
                  <a:srgbClr val="F9FAFB">
                    <a:alpha val="100000"/>
                  </a:srgbClr>
                </a:highlight>
                <a:latin typeface="Times New Roman" panose="02020603050405020304" pitchFamily="18" charset="0"/>
                <a:ea typeface="MiSans" pitchFamily="34" charset="-122"/>
                <a:cs typeface="Times New Roman" panose="02020603050405020304" pitchFamily="18" charset="0"/>
              </a:rPr>
              <a:t>brailleMap[] </a:t>
            </a:r>
            <a:r>
              <a:rPr lang="en-US" sz="1118" dirty="0">
                <a:solidFill>
                  <a:srgbClr val="1F2937"/>
                </a:solidFill>
                <a:latin typeface="Times New Roman" panose="02020603050405020304" pitchFamily="18" charset="0"/>
                <a:ea typeface="Sorts Mill Goudy" pitchFamily="34" charset="-122"/>
                <a:cs typeface="Times New Roman" panose="02020603050405020304" pitchFamily="18" charset="0"/>
              </a:rPr>
              <a:t>stores decimal equivalents of Braille dot patterns to match physical input to characters.</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6366638" y="1760475"/>
            <a:ext cx="5473090" cy="1480077"/>
          </a:xfrm>
          <a:custGeom>
            <a:avLst/>
            <a:gdLst/>
            <a:ahLst/>
            <a:cxnLst/>
            <a:rect l="l" t="t" r="r" b="b"/>
            <a:pathLst>
              <a:path w="5473090" h="1480077">
                <a:moveTo>
                  <a:pt x="35492" y="0"/>
                </a:moveTo>
                <a:lnTo>
                  <a:pt x="5437598" y="0"/>
                </a:lnTo>
                <a:cubicBezTo>
                  <a:pt x="5457200" y="0"/>
                  <a:pt x="5473090" y="15890"/>
                  <a:pt x="5473090" y="35492"/>
                </a:cubicBezTo>
                <a:lnTo>
                  <a:pt x="5473090" y="1444585"/>
                </a:lnTo>
                <a:cubicBezTo>
                  <a:pt x="5473090" y="1464186"/>
                  <a:pt x="5457200" y="1480077"/>
                  <a:pt x="5437598" y="1480077"/>
                </a:cubicBezTo>
                <a:lnTo>
                  <a:pt x="35492" y="1480077"/>
                </a:lnTo>
                <a:cubicBezTo>
                  <a:pt x="15890" y="1480077"/>
                  <a:pt x="0" y="1464186"/>
                  <a:pt x="0" y="1444585"/>
                </a:cubicBezTo>
                <a:lnTo>
                  <a:pt x="0" y="35492"/>
                </a:lnTo>
                <a:cubicBezTo>
                  <a:pt x="0" y="15890"/>
                  <a:pt x="15890" y="0"/>
                  <a:pt x="35492" y="0"/>
                </a:cubicBezTo>
                <a:close/>
              </a:path>
            </a:pathLst>
          </a:custGeom>
          <a:solidFill>
            <a:srgbClr val="F9FAFB"/>
          </a:solidFill>
          <a:ln w="10160">
            <a:solidFill>
              <a:srgbClr val="E5E7EB"/>
            </a:solidFill>
            <a:prstDash val="solid"/>
          </a:ln>
        </p:spPr>
      </p:sp>
      <p:sp>
        <p:nvSpPr>
          <p:cNvPr id="21" name="Text 19"/>
          <p:cNvSpPr/>
          <p:nvPr/>
        </p:nvSpPr>
        <p:spPr>
          <a:xfrm>
            <a:off x="6476667" y="1870505"/>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Times New Roman" panose="02020603050405020304" pitchFamily="18" charset="0"/>
                <a:ea typeface="MiSans" pitchFamily="34" charset="-122"/>
                <a:cs typeface="Times New Roman" panose="02020603050405020304" pitchFamily="18" charset="0"/>
              </a:rPr>
              <a:t>// Braille Lookup Table (A-Z)</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6476667" y="2118959"/>
            <a:ext cx="5315144" cy="1011563"/>
          </a:xfrm>
          <a:prstGeom prst="rect">
            <a:avLst/>
          </a:prstGeom>
          <a:noFill/>
          <a:ln/>
        </p:spPr>
        <p:txBody>
          <a:bodyPr wrap="square" lIns="0" tIns="0" rIns="0" bIns="0" rtlCol="0" anchor="ctr"/>
          <a:lstStyle/>
          <a:p>
            <a:pPr>
              <a:lnSpc>
                <a:spcPct val="100000"/>
              </a:lnSpc>
            </a:pP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const</a:t>
            </a:r>
            <a:r>
              <a:rPr lang="en-US" sz="978" dirty="0">
                <a:solidFill>
                  <a:srgbClr val="8B0000"/>
                </a:solidFill>
                <a:latin typeface="Times New Roman" panose="02020603050405020304" pitchFamily="18" charset="0"/>
                <a:ea typeface="MiSans" pitchFamily="34" charset="-122"/>
                <a:cs typeface="Times New Roman" panose="02020603050405020304" pitchFamily="18" charset="0"/>
              </a:rPr>
              <a:t> </a:t>
            </a: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byte</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brailleMap[] =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1, 3, 9, 25, 17, 11, 27, 19, 10, 26, </a:t>
            </a: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A-J</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5, 7, 13, 29, 21, 15, 31, 23, 14, 30, </a:t>
            </a: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K-T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37, 39, 58, 45, 61, 53                </a:t>
            </a: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U-Z</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6203368" y="3383857"/>
            <a:ext cx="35493" cy="3114550"/>
          </a:xfrm>
          <a:custGeom>
            <a:avLst/>
            <a:gdLst/>
            <a:ahLst/>
            <a:cxnLst/>
            <a:rect l="l" t="t" r="r" b="b"/>
            <a:pathLst>
              <a:path w="35493" h="3114550">
                <a:moveTo>
                  <a:pt x="0" y="0"/>
                </a:moveTo>
                <a:lnTo>
                  <a:pt x="35493" y="0"/>
                </a:lnTo>
                <a:lnTo>
                  <a:pt x="35493" y="3114550"/>
                </a:lnTo>
                <a:lnTo>
                  <a:pt x="0" y="3114550"/>
                </a:lnTo>
                <a:lnTo>
                  <a:pt x="0" y="0"/>
                </a:lnTo>
                <a:close/>
              </a:path>
            </a:pathLst>
          </a:custGeom>
          <a:solidFill>
            <a:srgbClr val="FFC000"/>
          </a:solidFill>
          <a:ln/>
        </p:spPr>
      </p:sp>
      <p:sp>
        <p:nvSpPr>
          <p:cNvPr id="24" name="Text 22"/>
          <p:cNvSpPr/>
          <p:nvPr/>
        </p:nvSpPr>
        <p:spPr>
          <a:xfrm>
            <a:off x="6363089" y="3383857"/>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Times New Roman" panose="02020603050405020304" pitchFamily="18" charset="0"/>
                <a:ea typeface="Sorts Mill Goudy" pitchFamily="34" charset="-122"/>
                <a:cs typeface="Times New Roman" panose="02020603050405020304" pitchFamily="18" charset="0"/>
              </a:rPr>
              <a:t>Mode Logic: Alphabet vs. Number</a:t>
            </a:r>
            <a:endParaRPr lang="en-US" sz="1600" dirty="0">
              <a:latin typeface="Times New Roman" panose="02020603050405020304" pitchFamily="18" charset="0"/>
              <a:cs typeface="Times New Roman" panose="02020603050405020304" pitchFamily="18" charset="0"/>
            </a:endParaRPr>
          </a:p>
        </p:txBody>
      </p:sp>
      <p:sp>
        <p:nvSpPr>
          <p:cNvPr id="25" name="Shape 23"/>
          <p:cNvSpPr/>
          <p:nvPr/>
        </p:nvSpPr>
        <p:spPr>
          <a:xfrm>
            <a:off x="6366638" y="3742341"/>
            <a:ext cx="5473090" cy="2819955"/>
          </a:xfrm>
          <a:custGeom>
            <a:avLst/>
            <a:gdLst/>
            <a:ahLst/>
            <a:cxnLst/>
            <a:rect l="l" t="t" r="r" b="b"/>
            <a:pathLst>
              <a:path w="5473090" h="2819955">
                <a:moveTo>
                  <a:pt x="35503" y="0"/>
                </a:moveTo>
                <a:lnTo>
                  <a:pt x="5437587" y="0"/>
                </a:lnTo>
                <a:cubicBezTo>
                  <a:pt x="5457195" y="0"/>
                  <a:pt x="5473090" y="15895"/>
                  <a:pt x="5473090" y="35503"/>
                </a:cubicBezTo>
                <a:lnTo>
                  <a:pt x="5473090" y="2784451"/>
                </a:lnTo>
                <a:cubicBezTo>
                  <a:pt x="5473090" y="2804059"/>
                  <a:pt x="5457195" y="2819955"/>
                  <a:pt x="5437587" y="2819955"/>
                </a:cubicBezTo>
                <a:lnTo>
                  <a:pt x="35503" y="2819955"/>
                </a:lnTo>
                <a:cubicBezTo>
                  <a:pt x="15895" y="2819955"/>
                  <a:pt x="0" y="2804059"/>
                  <a:pt x="0" y="2784451"/>
                </a:cubicBezTo>
                <a:lnTo>
                  <a:pt x="0" y="35503"/>
                </a:lnTo>
                <a:cubicBezTo>
                  <a:pt x="0" y="15908"/>
                  <a:pt x="15908" y="0"/>
                  <a:pt x="35503" y="0"/>
                </a:cubicBezTo>
                <a:close/>
              </a:path>
            </a:pathLst>
          </a:custGeom>
          <a:solidFill>
            <a:srgbClr val="F9FAFB"/>
          </a:solidFill>
          <a:ln w="10160">
            <a:solidFill>
              <a:srgbClr val="E5E7EB"/>
            </a:solidFill>
            <a:prstDash val="solid"/>
          </a:ln>
        </p:spPr>
      </p:sp>
      <p:sp>
        <p:nvSpPr>
          <p:cNvPr id="26" name="Text 24"/>
          <p:cNvSpPr/>
          <p:nvPr/>
        </p:nvSpPr>
        <p:spPr>
          <a:xfrm>
            <a:off x="6476667" y="3852370"/>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Times New Roman" panose="02020603050405020304" pitchFamily="18" charset="0"/>
                <a:ea typeface="MiSans" pitchFamily="34" charset="-122"/>
                <a:cs typeface="Times New Roman" panose="02020603050405020304" pitchFamily="18" charset="0"/>
              </a:rPr>
              <a:t>// Mode Differentiation Logic</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6476667" y="4100824"/>
            <a:ext cx="5315144" cy="1215651"/>
          </a:xfrm>
          <a:prstGeom prst="rect">
            <a:avLst/>
          </a:prstGeom>
          <a:noFill/>
          <a:ln/>
        </p:spPr>
        <p:txBody>
          <a:bodyPr wrap="square" lIns="0" tIns="0" rIns="0" bIns="0" rtlCol="0" anchor="ctr"/>
          <a:lstStyle/>
          <a:p>
            <a:pPr>
              <a:lnSpc>
                <a:spcPct val="100000"/>
              </a:lnSpc>
            </a:pP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(tR) detectedChar = brailleChars[i];</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Right touch = A-Z</a:t>
            </a:r>
          </a:p>
          <a:p>
            <a:pPr>
              <a:lnSpc>
                <a:spcPct val="100000"/>
              </a:lnSpc>
            </a:pP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else</a:t>
            </a:r>
            <a:r>
              <a:rPr lang="en-US" sz="978" dirty="0">
                <a:solidFill>
                  <a:srgbClr val="8B0000"/>
                </a:solidFill>
                <a:latin typeface="Times New Roman" panose="02020603050405020304" pitchFamily="18" charset="0"/>
                <a:ea typeface="MiSans" pitchFamily="34" charset="-122"/>
                <a:cs typeface="Times New Roman" panose="02020603050405020304" pitchFamily="18" charset="0"/>
              </a:rPr>
              <a:t> </a:t>
            </a:r>
            <a:r>
              <a:rPr lang="en-US" sz="978"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(tL)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detectedChar = (i &lt; 9) ? (i + 1) + '0' : '0';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978" dirty="0">
                <a:solidFill>
                  <a:srgbClr val="6B7280"/>
                </a:solidFill>
                <a:latin typeface="Times New Roman" panose="02020603050405020304" pitchFamily="18" charset="0"/>
                <a:ea typeface="MiSans" pitchFamily="34" charset="-122"/>
                <a:cs typeface="Times New Roman" panose="02020603050405020304" pitchFamily="18" charset="0"/>
              </a:rPr>
              <a:t>// Left touch = 1-0</a:t>
            </a:r>
            <a:endParaRPr lang="en-US" sz="1600" dirty="0">
              <a:latin typeface="Times New Roman" panose="02020603050405020304" pitchFamily="18" charset="0"/>
              <a:cs typeface="Times New Roman" panose="02020603050405020304" pitchFamily="18" charset="0"/>
            </a:endParaRPr>
          </a:p>
        </p:txBody>
      </p:sp>
      <p:sp>
        <p:nvSpPr>
          <p:cNvPr id="28" name="Shape 26"/>
          <p:cNvSpPr/>
          <p:nvPr/>
        </p:nvSpPr>
        <p:spPr>
          <a:xfrm>
            <a:off x="6476667" y="5457562"/>
            <a:ext cx="5253031" cy="7099"/>
          </a:xfrm>
          <a:custGeom>
            <a:avLst/>
            <a:gdLst/>
            <a:ahLst/>
            <a:cxnLst/>
            <a:rect l="l" t="t" r="r" b="b"/>
            <a:pathLst>
              <a:path w="5253031" h="7099">
                <a:moveTo>
                  <a:pt x="0" y="0"/>
                </a:moveTo>
                <a:lnTo>
                  <a:pt x="5253031" y="0"/>
                </a:lnTo>
                <a:lnTo>
                  <a:pt x="5253031" y="7099"/>
                </a:lnTo>
                <a:lnTo>
                  <a:pt x="0" y="7099"/>
                </a:lnTo>
                <a:lnTo>
                  <a:pt x="0" y="0"/>
                </a:lnTo>
                <a:close/>
              </a:path>
            </a:pathLst>
          </a:custGeom>
          <a:solidFill>
            <a:srgbClr val="E5E7EB"/>
          </a:solidFill>
          <a:ln/>
        </p:spPr>
      </p:sp>
      <p:sp>
        <p:nvSpPr>
          <p:cNvPr id="29" name="Text 27"/>
          <p:cNvSpPr/>
          <p:nvPr/>
        </p:nvSpPr>
        <p:spPr>
          <a:xfrm>
            <a:off x="6476667" y="5581789"/>
            <a:ext cx="1105843" cy="141974"/>
          </a:xfrm>
          <a:prstGeom prst="rect">
            <a:avLst/>
          </a:prstGeom>
          <a:noFill/>
          <a:ln/>
        </p:spPr>
        <p:txBody>
          <a:bodyPr wrap="square" lIns="0" tIns="0" rIns="0" bIns="0" rtlCol="0" anchor="ctr"/>
          <a:lstStyle/>
          <a:p>
            <a:pPr>
              <a:lnSpc>
                <a:spcPct val="120000"/>
              </a:lnSpc>
            </a:pPr>
            <a:r>
              <a:rPr lang="en-US" sz="978" b="1" dirty="0">
                <a:solidFill>
                  <a:srgbClr val="1F2937"/>
                </a:solidFill>
                <a:latin typeface="Times New Roman" panose="02020603050405020304" pitchFamily="18" charset="0"/>
                <a:ea typeface="MiSans" pitchFamily="34" charset="-122"/>
                <a:cs typeface="Times New Roman" panose="02020603050405020304" pitchFamily="18" charset="0"/>
              </a:rPr>
              <a:t>Touch Sensors:</a:t>
            </a:r>
            <a:endParaRPr lang="en-US" sz="1600" dirty="0">
              <a:latin typeface="Times New Roman" panose="02020603050405020304" pitchFamily="18" charset="0"/>
              <a:cs typeface="Times New Roman" panose="02020603050405020304" pitchFamily="18" charset="0"/>
            </a:endParaRPr>
          </a:p>
        </p:txBody>
      </p:sp>
      <p:sp>
        <p:nvSpPr>
          <p:cNvPr id="30" name="Text 28"/>
          <p:cNvSpPr/>
          <p:nvPr/>
        </p:nvSpPr>
        <p:spPr>
          <a:xfrm>
            <a:off x="6476667" y="5780552"/>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978" b="1" dirty="0">
                <a:solidFill>
                  <a:srgbClr val="1F2937"/>
                </a:solidFill>
                <a:latin typeface="Times New Roman" panose="02020603050405020304" pitchFamily="18" charset="0"/>
                <a:ea typeface="MiSans" pitchFamily="34" charset="-122"/>
                <a:cs typeface="Times New Roman" panose="02020603050405020304" pitchFamily="18" charset="0"/>
              </a:rPr>
              <a:t>Left (tL):</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Number mode (1-0)</a:t>
            </a:r>
            <a:endParaRPr lang="en-US" sz="1600" dirty="0">
              <a:latin typeface="Times New Roman" panose="02020603050405020304" pitchFamily="18" charset="0"/>
              <a:cs typeface="Times New Roman" panose="02020603050405020304" pitchFamily="18" charset="0"/>
            </a:endParaRPr>
          </a:p>
        </p:txBody>
      </p:sp>
      <p:sp>
        <p:nvSpPr>
          <p:cNvPr id="31" name="Text 29"/>
          <p:cNvSpPr/>
          <p:nvPr/>
        </p:nvSpPr>
        <p:spPr>
          <a:xfrm>
            <a:off x="6476667" y="5993513"/>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978" b="1" dirty="0">
                <a:solidFill>
                  <a:srgbClr val="1F2937"/>
                </a:solidFill>
                <a:latin typeface="Times New Roman" panose="02020603050405020304" pitchFamily="18" charset="0"/>
                <a:ea typeface="MiSans" pitchFamily="34" charset="-122"/>
                <a:cs typeface="Times New Roman" panose="02020603050405020304" pitchFamily="18" charset="0"/>
              </a:rPr>
              <a:t>Right (tR):</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Alphabet mode (A-Z)</a:t>
            </a:r>
            <a:endParaRPr lang="en-US" sz="1600" dirty="0">
              <a:latin typeface="Times New Roman" panose="02020603050405020304" pitchFamily="18" charset="0"/>
              <a:cs typeface="Times New Roman" panose="02020603050405020304" pitchFamily="18" charset="0"/>
            </a:endParaRPr>
          </a:p>
        </p:txBody>
      </p:sp>
      <p:sp>
        <p:nvSpPr>
          <p:cNvPr id="32" name="Text 30"/>
          <p:cNvSpPr/>
          <p:nvPr/>
        </p:nvSpPr>
        <p:spPr>
          <a:xfrm>
            <a:off x="6476667" y="6206473"/>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978" b="1" dirty="0">
                <a:solidFill>
                  <a:srgbClr val="1F2937"/>
                </a:solidFill>
                <a:latin typeface="Times New Roman" panose="02020603050405020304" pitchFamily="18" charset="0"/>
                <a:ea typeface="MiSans" pitchFamily="34" charset="-122"/>
                <a:cs typeface="Times New Roman" panose="02020603050405020304" pitchFamily="18" charset="0"/>
              </a:rPr>
              <a:t>Both:</a:t>
            </a:r>
            <a:r>
              <a:rPr lang="en-US" sz="978" dirty="0">
                <a:solidFill>
                  <a:srgbClr val="1F2937"/>
                </a:solidFill>
                <a:latin typeface="Times New Roman" panose="02020603050405020304" pitchFamily="18" charset="0"/>
                <a:ea typeface="MiSans" pitchFamily="34" charset="-122"/>
                <a:cs typeface="Times New Roman" panose="02020603050405020304" pitchFamily="18" charset="0"/>
              </a:rPr>
              <a:t> Command confirmation</a:t>
            </a:r>
            <a:endParaRPr lang="en-US" sz="160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09963A45-B1BB-7AFA-1311-19AEFD62C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067" y="5192692"/>
            <a:ext cx="3650857" cy="14800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774281" y="317500"/>
            <a:ext cx="4643438" cy="285750"/>
          </a:xfrm>
          <a:prstGeom prst="rect">
            <a:avLst/>
          </a:prstGeom>
          <a:noFill/>
          <a:ln/>
        </p:spPr>
        <p:txBody>
          <a:bodyPr wrap="square" lIns="0" tIns="0" rIns="0" bIns="0" rtlCol="0" anchor="ctr"/>
          <a:lstStyle/>
          <a:p>
            <a:pPr algn="ctr">
              <a:lnSpc>
                <a:spcPct val="100000"/>
              </a:lnSpc>
            </a:pPr>
            <a:r>
              <a:rPr lang="en-US" sz="1875" b="1" dirty="0">
                <a:solidFill>
                  <a:srgbClr val="0070C0"/>
                </a:solidFill>
                <a:latin typeface="Times New Roman" panose="02020603050405020304" pitchFamily="18" charset="0"/>
                <a:ea typeface="Sorts Mill Goudy" pitchFamily="34" charset="-122"/>
                <a:cs typeface="Times New Roman" panose="02020603050405020304" pitchFamily="18" charset="0"/>
              </a:rPr>
              <a:t>Supported Commands &amp; Feedback Patterns</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 name="Shape 3"/>
          <p:cNvSpPr/>
          <p:nvPr/>
        </p:nvSpPr>
        <p:spPr>
          <a:xfrm>
            <a:off x="333375" y="809625"/>
            <a:ext cx="31750" cy="1905000"/>
          </a:xfrm>
          <a:custGeom>
            <a:avLst/>
            <a:gdLst/>
            <a:ahLst/>
            <a:cxnLst/>
            <a:rect l="l" t="t" r="r" b="b"/>
            <a:pathLst>
              <a:path w="31750" h="1905000">
                <a:moveTo>
                  <a:pt x="0" y="0"/>
                </a:moveTo>
                <a:lnTo>
                  <a:pt x="31750" y="0"/>
                </a:lnTo>
                <a:lnTo>
                  <a:pt x="31750" y="1905000"/>
                </a:lnTo>
                <a:lnTo>
                  <a:pt x="0" y="1905000"/>
                </a:lnTo>
                <a:lnTo>
                  <a:pt x="0" y="0"/>
                </a:lnTo>
                <a:close/>
              </a:path>
            </a:pathLst>
          </a:custGeom>
          <a:solidFill>
            <a:srgbClr val="FFFF00"/>
          </a:solidFill>
          <a:ln/>
        </p:spPr>
      </p:sp>
      <p:sp>
        <p:nvSpPr>
          <p:cNvPr id="6" name="Text 4"/>
          <p:cNvSpPr/>
          <p:nvPr/>
        </p:nvSpPr>
        <p:spPr>
          <a:xfrm>
            <a:off x="476250"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Appliance Command Set</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76250" y="112712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8" name="Shape 6"/>
          <p:cNvSpPr/>
          <p:nvPr/>
        </p:nvSpPr>
        <p:spPr>
          <a:xfrm>
            <a:off x="539750" y="1190625"/>
            <a:ext cx="555625" cy="222250"/>
          </a:xfrm>
          <a:custGeom>
            <a:avLst/>
            <a:gdLst/>
            <a:ahLst/>
            <a:cxnLst/>
            <a:rect l="l" t="t" r="r" b="b"/>
            <a:pathLst>
              <a:path w="555625" h="222250">
                <a:moveTo>
                  <a:pt x="31751" y="0"/>
                </a:moveTo>
                <a:lnTo>
                  <a:pt x="523874" y="0"/>
                </a:lnTo>
                <a:cubicBezTo>
                  <a:pt x="541410" y="0"/>
                  <a:pt x="555625" y="14215"/>
                  <a:pt x="555625" y="31751"/>
                </a:cubicBezTo>
                <a:lnTo>
                  <a:pt x="555625" y="190499"/>
                </a:lnTo>
                <a:cubicBezTo>
                  <a:pt x="555625" y="208035"/>
                  <a:pt x="541410" y="222250"/>
                  <a:pt x="523874" y="222250"/>
                </a:cubicBezTo>
                <a:lnTo>
                  <a:pt x="31751" y="222250"/>
                </a:lnTo>
                <a:cubicBezTo>
                  <a:pt x="14227" y="222250"/>
                  <a:pt x="0" y="208023"/>
                  <a:pt x="0" y="190499"/>
                </a:cubicBezTo>
                <a:lnTo>
                  <a:pt x="0" y="31751"/>
                </a:lnTo>
                <a:cubicBezTo>
                  <a:pt x="0" y="14227"/>
                  <a:pt x="14227" y="0"/>
                  <a:pt x="31751" y="0"/>
                </a:cubicBezTo>
                <a:close/>
              </a:path>
            </a:pathLst>
          </a:custGeom>
          <a:solidFill>
            <a:srgbClr val="7030A0"/>
          </a:solidFill>
          <a:ln/>
        </p:spPr>
      </p:sp>
      <p:sp>
        <p:nvSpPr>
          <p:cNvPr id="9" name="Text 7"/>
          <p:cNvSpPr/>
          <p:nvPr/>
        </p:nvSpPr>
        <p:spPr>
          <a:xfrm>
            <a:off x="511969" y="1190625"/>
            <a:ext cx="611188"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Times New Roman" panose="02020603050405020304" pitchFamily="18" charset="0"/>
                <a:ea typeface="MiSans" pitchFamily="34" charset="-122"/>
                <a:cs typeface="Times New Roman" panose="02020603050405020304" pitchFamily="18" charset="0"/>
              </a:rPr>
              <a:t>L1 / L2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1189732" y="1206500"/>
            <a:ext cx="2024062"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Toggles light relays on Pins 13 and 12</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76250" y="153987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12" name="Shape 10"/>
          <p:cNvSpPr/>
          <p:nvPr/>
        </p:nvSpPr>
        <p:spPr>
          <a:xfrm>
            <a:off x="539750" y="1603375"/>
            <a:ext cx="476250" cy="222250"/>
          </a:xfrm>
          <a:custGeom>
            <a:avLst/>
            <a:gdLst/>
            <a:ahLst/>
            <a:cxnLst/>
            <a:rect l="l" t="t" r="r" b="b"/>
            <a:pathLst>
              <a:path w="476250" h="222250">
                <a:moveTo>
                  <a:pt x="31751" y="0"/>
                </a:moveTo>
                <a:lnTo>
                  <a:pt x="444499" y="0"/>
                </a:lnTo>
                <a:cubicBezTo>
                  <a:pt x="462035" y="0"/>
                  <a:pt x="476250" y="14215"/>
                  <a:pt x="476250" y="31751"/>
                </a:cubicBezTo>
                <a:lnTo>
                  <a:pt x="476250" y="190499"/>
                </a:lnTo>
                <a:cubicBezTo>
                  <a:pt x="476250" y="208035"/>
                  <a:pt x="462035" y="222250"/>
                  <a:pt x="444499" y="222250"/>
                </a:cubicBezTo>
                <a:lnTo>
                  <a:pt x="31751" y="222250"/>
                </a:lnTo>
                <a:cubicBezTo>
                  <a:pt x="14227" y="222250"/>
                  <a:pt x="0" y="208023"/>
                  <a:pt x="0" y="190499"/>
                </a:cubicBezTo>
                <a:lnTo>
                  <a:pt x="0" y="31751"/>
                </a:lnTo>
                <a:cubicBezTo>
                  <a:pt x="0" y="14227"/>
                  <a:pt x="14227" y="0"/>
                  <a:pt x="31751" y="0"/>
                </a:cubicBezTo>
                <a:close/>
              </a:path>
            </a:pathLst>
          </a:custGeom>
          <a:solidFill>
            <a:srgbClr val="00B0F0"/>
          </a:solidFill>
          <a:ln/>
        </p:spPr>
      </p:sp>
      <p:sp>
        <p:nvSpPr>
          <p:cNvPr id="13" name="Text 11"/>
          <p:cNvSpPr/>
          <p:nvPr/>
        </p:nvSpPr>
        <p:spPr>
          <a:xfrm>
            <a:off x="511969" y="1603375"/>
            <a:ext cx="531813"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Times New Roman" panose="02020603050405020304" pitchFamily="18" charset="0"/>
                <a:ea typeface="MiSans" pitchFamily="34" charset="-122"/>
                <a:cs typeface="Times New Roman" panose="02020603050405020304" pitchFamily="18" charset="0"/>
              </a:rPr>
              <a:t>Fxy</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1111250" y="1619250"/>
            <a:ext cx="23971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Controls Fan x (Room 1/2) at Speed y (0–4)</a:t>
            </a:r>
            <a:endParaRPr lang="en-US" sz="1600" dirty="0">
              <a:latin typeface="Times New Roman" panose="02020603050405020304" pitchFamily="18" charset="0"/>
              <a:cs typeface="Times New Roman" panose="02020603050405020304" pitchFamily="18" charset="0"/>
            </a:endParaRPr>
          </a:p>
        </p:txBody>
      </p:sp>
      <p:sp>
        <p:nvSpPr>
          <p:cNvPr id="15" name="Shape 13"/>
          <p:cNvSpPr/>
          <p:nvPr/>
        </p:nvSpPr>
        <p:spPr>
          <a:xfrm>
            <a:off x="476250" y="195262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16" name="Shape 14"/>
          <p:cNvSpPr/>
          <p:nvPr/>
        </p:nvSpPr>
        <p:spPr>
          <a:xfrm>
            <a:off x="539750" y="2016125"/>
            <a:ext cx="476250" cy="222250"/>
          </a:xfrm>
          <a:custGeom>
            <a:avLst/>
            <a:gdLst/>
            <a:ahLst/>
            <a:cxnLst/>
            <a:rect l="l" t="t" r="r" b="b"/>
            <a:pathLst>
              <a:path w="476250" h="222250">
                <a:moveTo>
                  <a:pt x="31751" y="0"/>
                </a:moveTo>
                <a:lnTo>
                  <a:pt x="444499" y="0"/>
                </a:lnTo>
                <a:cubicBezTo>
                  <a:pt x="462035" y="0"/>
                  <a:pt x="476250" y="14215"/>
                  <a:pt x="476250" y="31751"/>
                </a:cubicBezTo>
                <a:lnTo>
                  <a:pt x="476250" y="190499"/>
                </a:lnTo>
                <a:cubicBezTo>
                  <a:pt x="476250" y="208035"/>
                  <a:pt x="462035" y="222250"/>
                  <a:pt x="444499" y="222250"/>
                </a:cubicBezTo>
                <a:lnTo>
                  <a:pt x="31751" y="222250"/>
                </a:lnTo>
                <a:cubicBezTo>
                  <a:pt x="14227" y="222250"/>
                  <a:pt x="0" y="208023"/>
                  <a:pt x="0" y="190499"/>
                </a:cubicBezTo>
                <a:lnTo>
                  <a:pt x="0" y="31751"/>
                </a:lnTo>
                <a:cubicBezTo>
                  <a:pt x="0" y="14227"/>
                  <a:pt x="14227" y="0"/>
                  <a:pt x="31751" y="0"/>
                </a:cubicBezTo>
                <a:close/>
              </a:path>
            </a:pathLst>
          </a:custGeom>
          <a:solidFill>
            <a:srgbClr val="00B050"/>
          </a:solidFill>
          <a:ln/>
        </p:spPr>
      </p:sp>
      <p:sp>
        <p:nvSpPr>
          <p:cNvPr id="17" name="Text 15"/>
          <p:cNvSpPr/>
          <p:nvPr/>
        </p:nvSpPr>
        <p:spPr>
          <a:xfrm>
            <a:off x="511969" y="2016125"/>
            <a:ext cx="531813"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Times New Roman" panose="02020603050405020304" pitchFamily="18" charset="0"/>
                <a:ea typeface="MiSans" pitchFamily="34" charset="-122"/>
                <a:cs typeface="Times New Roman" panose="02020603050405020304" pitchFamily="18" charset="0"/>
              </a:rPr>
              <a:t>OPN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1111250" y="2032000"/>
            <a:ext cx="288925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Rotates door servo to 90°; auto-closes after 5 seconds</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76250" y="236537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20" name="Shape 18"/>
          <p:cNvSpPr/>
          <p:nvPr/>
        </p:nvSpPr>
        <p:spPr>
          <a:xfrm>
            <a:off x="539750" y="2428875"/>
            <a:ext cx="801688" cy="222250"/>
          </a:xfrm>
          <a:custGeom>
            <a:avLst/>
            <a:gdLst/>
            <a:ahLst/>
            <a:cxnLst/>
            <a:rect l="l" t="t" r="r" b="b"/>
            <a:pathLst>
              <a:path w="801688" h="222250">
                <a:moveTo>
                  <a:pt x="31751" y="0"/>
                </a:moveTo>
                <a:lnTo>
                  <a:pt x="769937" y="0"/>
                </a:lnTo>
                <a:cubicBezTo>
                  <a:pt x="787472" y="0"/>
                  <a:pt x="801688" y="14215"/>
                  <a:pt x="801688" y="31751"/>
                </a:cubicBezTo>
                <a:lnTo>
                  <a:pt x="801688" y="190499"/>
                </a:lnTo>
                <a:cubicBezTo>
                  <a:pt x="801688" y="208035"/>
                  <a:pt x="787472" y="222250"/>
                  <a:pt x="769937" y="222250"/>
                </a:cubicBezTo>
                <a:lnTo>
                  <a:pt x="31751" y="222250"/>
                </a:lnTo>
                <a:cubicBezTo>
                  <a:pt x="14227" y="222250"/>
                  <a:pt x="0" y="208023"/>
                  <a:pt x="0" y="190499"/>
                </a:cubicBezTo>
                <a:lnTo>
                  <a:pt x="0" y="31751"/>
                </a:lnTo>
                <a:cubicBezTo>
                  <a:pt x="0" y="14227"/>
                  <a:pt x="14227" y="0"/>
                  <a:pt x="31751" y="0"/>
                </a:cubicBezTo>
                <a:close/>
              </a:path>
            </a:pathLst>
          </a:custGeom>
          <a:solidFill>
            <a:srgbClr val="FF0000"/>
          </a:solidFill>
          <a:ln>
            <a:solidFill>
              <a:srgbClr val="FF0000"/>
            </a:solidFill>
          </a:ln>
        </p:spPr>
      </p:sp>
      <p:sp>
        <p:nvSpPr>
          <p:cNvPr id="21" name="Text 19"/>
          <p:cNvSpPr/>
          <p:nvPr/>
        </p:nvSpPr>
        <p:spPr>
          <a:xfrm>
            <a:off x="511969" y="2428875"/>
            <a:ext cx="857250"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Times New Roman" panose="02020603050405020304" pitchFamily="18" charset="0"/>
                <a:ea typeface="MiSans" pitchFamily="34" charset="-122"/>
                <a:cs typeface="Times New Roman" panose="02020603050405020304" pitchFamily="18" charset="0"/>
              </a:rPr>
              <a:t>ALL1 / ALL0</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1434108" y="2444750"/>
            <a:ext cx="1698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Master override for all devices</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333374" y="2841625"/>
            <a:ext cx="45719" cy="2794397"/>
          </a:xfrm>
          <a:custGeom>
            <a:avLst/>
            <a:gdLst/>
            <a:ahLst/>
            <a:cxnLst/>
            <a:rect l="l" t="t" r="r" b="b"/>
            <a:pathLst>
              <a:path w="31750" h="4008438">
                <a:moveTo>
                  <a:pt x="0" y="0"/>
                </a:moveTo>
                <a:lnTo>
                  <a:pt x="31750" y="0"/>
                </a:lnTo>
                <a:lnTo>
                  <a:pt x="31750" y="4008438"/>
                </a:lnTo>
                <a:lnTo>
                  <a:pt x="0" y="4008438"/>
                </a:lnTo>
                <a:lnTo>
                  <a:pt x="0" y="0"/>
                </a:lnTo>
                <a:close/>
              </a:path>
            </a:pathLst>
          </a:custGeom>
          <a:solidFill>
            <a:srgbClr val="7030A0"/>
          </a:solidFill>
          <a:ln/>
        </p:spPr>
      </p:sp>
      <p:sp>
        <p:nvSpPr>
          <p:cNvPr id="24" name="Text 22"/>
          <p:cNvSpPr/>
          <p:nvPr/>
        </p:nvSpPr>
        <p:spPr>
          <a:xfrm>
            <a:off x="476250" y="2841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Command Parsing Implementation</a:t>
            </a:r>
            <a:endParaRPr lang="en-US" sz="1600" dirty="0">
              <a:latin typeface="Times New Roman" panose="02020603050405020304" pitchFamily="18" charset="0"/>
              <a:cs typeface="Times New Roman" panose="02020603050405020304" pitchFamily="18" charset="0"/>
            </a:endParaRPr>
          </a:p>
        </p:txBody>
      </p:sp>
      <p:sp>
        <p:nvSpPr>
          <p:cNvPr id="25" name="Shape 23"/>
          <p:cNvSpPr/>
          <p:nvPr/>
        </p:nvSpPr>
        <p:spPr>
          <a:xfrm>
            <a:off x="479425" y="3162300"/>
            <a:ext cx="5530850" cy="2363788"/>
          </a:xfrm>
          <a:custGeom>
            <a:avLst/>
            <a:gdLst/>
            <a:ahLst/>
            <a:cxnLst/>
            <a:rect l="l" t="t" r="r" b="b"/>
            <a:pathLst>
              <a:path w="5530850" h="2363788">
                <a:moveTo>
                  <a:pt x="31746" y="0"/>
                </a:moveTo>
                <a:lnTo>
                  <a:pt x="5499104" y="0"/>
                </a:lnTo>
                <a:cubicBezTo>
                  <a:pt x="5516637" y="0"/>
                  <a:pt x="5530850" y="14213"/>
                  <a:pt x="5530850" y="31746"/>
                </a:cubicBezTo>
                <a:lnTo>
                  <a:pt x="5530850" y="2332042"/>
                </a:lnTo>
                <a:cubicBezTo>
                  <a:pt x="5530850" y="2349574"/>
                  <a:pt x="5516637" y="2363787"/>
                  <a:pt x="5499104" y="2363788"/>
                </a:cubicBezTo>
                <a:lnTo>
                  <a:pt x="31746" y="2363788"/>
                </a:lnTo>
                <a:cubicBezTo>
                  <a:pt x="14213" y="2363788"/>
                  <a:pt x="0" y="2349574"/>
                  <a:pt x="0" y="2332042"/>
                </a:cubicBezTo>
                <a:lnTo>
                  <a:pt x="0" y="31746"/>
                </a:lnTo>
                <a:cubicBezTo>
                  <a:pt x="0" y="14225"/>
                  <a:pt x="14225" y="0"/>
                  <a:pt x="31746" y="0"/>
                </a:cubicBezTo>
                <a:close/>
              </a:path>
            </a:pathLst>
          </a:custGeom>
          <a:solidFill>
            <a:srgbClr val="F9FAFB"/>
          </a:solidFill>
          <a:ln w="10160">
            <a:solidFill>
              <a:srgbClr val="E5E7EB"/>
            </a:solidFill>
            <a:prstDash val="solid"/>
          </a:ln>
        </p:spPr>
      </p:sp>
      <p:sp>
        <p:nvSpPr>
          <p:cNvPr id="26" name="Text 24"/>
          <p:cNvSpPr/>
          <p:nvPr/>
        </p:nvSpPr>
        <p:spPr>
          <a:xfrm>
            <a:off x="577850" y="3260725"/>
            <a:ext cx="5389563" cy="2166938"/>
          </a:xfrm>
          <a:prstGeom prst="rect">
            <a:avLst/>
          </a:prstGeom>
          <a:noFill/>
          <a:ln/>
        </p:spPr>
        <p:txBody>
          <a:bodyPr wrap="square" lIns="0" tIns="0" rIns="0" bIns="0" rtlCol="0" anchor="ctr"/>
          <a:lstStyle/>
          <a:p>
            <a:pPr>
              <a:lnSpc>
                <a:spcPct val="100000"/>
              </a:lnSpc>
            </a:pP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(inputBuffer == "L1")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l1State =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digitalWrite(RELAY_L1,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preferences.putBool("l1",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Blynk.virtualWrite(V1,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response = 'S';</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else</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(inputBuffer.startsWith("F"))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int</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r = inputBuffer.charAt(1) - '0';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int</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s = inputBuffer.charAt(2) - '0';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(r==1) { fan1State=s; setFan1Speed(s);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27" name="Shape 25"/>
          <p:cNvSpPr/>
          <p:nvPr/>
        </p:nvSpPr>
        <p:spPr>
          <a:xfrm>
            <a:off x="6191250" y="809625"/>
            <a:ext cx="31750" cy="2682875"/>
          </a:xfrm>
          <a:custGeom>
            <a:avLst/>
            <a:gdLst/>
            <a:ahLst/>
            <a:cxnLst/>
            <a:rect l="l" t="t" r="r" b="b"/>
            <a:pathLst>
              <a:path w="31750" h="2682875">
                <a:moveTo>
                  <a:pt x="0" y="0"/>
                </a:moveTo>
                <a:lnTo>
                  <a:pt x="31750" y="0"/>
                </a:lnTo>
                <a:lnTo>
                  <a:pt x="31750" y="2682875"/>
                </a:lnTo>
                <a:lnTo>
                  <a:pt x="0" y="2682875"/>
                </a:lnTo>
                <a:lnTo>
                  <a:pt x="0" y="0"/>
                </a:lnTo>
                <a:close/>
              </a:path>
            </a:pathLst>
          </a:custGeom>
          <a:solidFill>
            <a:srgbClr val="00B0F0"/>
          </a:solidFill>
          <a:ln/>
        </p:spPr>
      </p:sp>
      <p:sp>
        <p:nvSpPr>
          <p:cNvPr id="28" name="Text 26"/>
          <p:cNvSpPr/>
          <p:nvPr/>
        </p:nvSpPr>
        <p:spPr>
          <a:xfrm>
            <a:off x="6334125"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Haptic &amp; Audio Feedback Timing</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6334125" y="1127125"/>
            <a:ext cx="5603875" cy="174625"/>
          </a:xfrm>
          <a:prstGeom prst="rect">
            <a:avLst/>
          </a:prstGeom>
          <a:noFill/>
          <a:ln/>
        </p:spPr>
        <p:txBody>
          <a:bodyPr wrap="square" lIns="0" tIns="0" rIns="0" bIns="0" rtlCol="0" anchor="ctr"/>
          <a:lstStyle/>
          <a:p>
            <a:pPr>
              <a:lnSpc>
                <a:spcPct val="11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ensures immediate confirmation for visually impaired users.</a:t>
            </a:r>
            <a:endParaRPr lang="en-US" sz="1600" dirty="0">
              <a:latin typeface="Times New Roman" panose="02020603050405020304" pitchFamily="18" charset="0"/>
              <a:cs typeface="Times New Roman" panose="02020603050405020304" pitchFamily="18" charset="0"/>
            </a:endParaRPr>
          </a:p>
        </p:txBody>
      </p:sp>
      <p:sp>
        <p:nvSpPr>
          <p:cNvPr id="30" name="Shape 28"/>
          <p:cNvSpPr/>
          <p:nvPr/>
        </p:nvSpPr>
        <p:spPr>
          <a:xfrm>
            <a:off x="6334125" y="139700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31" name="Shape 29"/>
          <p:cNvSpPr/>
          <p:nvPr/>
        </p:nvSpPr>
        <p:spPr>
          <a:xfrm>
            <a:off x="6397625" y="146050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00B050"/>
          </a:solidFill>
          <a:ln/>
        </p:spPr>
      </p:sp>
      <p:sp>
        <p:nvSpPr>
          <p:cNvPr id="32" name="Text 30"/>
          <p:cNvSpPr/>
          <p:nvPr/>
        </p:nvSpPr>
        <p:spPr>
          <a:xfrm>
            <a:off x="6361906" y="146050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Times New Roman" panose="02020603050405020304" pitchFamily="18" charset="0"/>
                <a:ea typeface="Sorts Mill Goudy" pitchFamily="34" charset="-122"/>
                <a:cs typeface="Times New Roman" panose="02020603050405020304" pitchFamily="18" charset="0"/>
              </a:rPr>
              <a:t>S</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6810375" y="1460500"/>
            <a:ext cx="168275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Success ('S')</a:t>
            </a:r>
            <a:endParaRPr lang="en-US" sz="1600" dirty="0">
              <a:latin typeface="Times New Roman" panose="02020603050405020304" pitchFamily="18" charset="0"/>
              <a:cs typeface="Times New Roman" panose="02020603050405020304" pitchFamily="18" charset="0"/>
            </a:endParaRPr>
          </a:p>
        </p:txBody>
      </p:sp>
      <p:sp>
        <p:nvSpPr>
          <p:cNvPr id="34" name="Text 32"/>
          <p:cNvSpPr/>
          <p:nvPr/>
        </p:nvSpPr>
        <p:spPr>
          <a:xfrm>
            <a:off x="6810375" y="1651000"/>
            <a:ext cx="16748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400ms pulse for confirmed actions</a:t>
            </a:r>
            <a:endParaRPr lang="en-US" sz="1600" dirty="0">
              <a:latin typeface="Times New Roman" panose="02020603050405020304" pitchFamily="18" charset="0"/>
              <a:cs typeface="Times New Roman" panose="02020603050405020304" pitchFamily="18" charset="0"/>
            </a:endParaRPr>
          </a:p>
        </p:txBody>
      </p:sp>
      <p:sp>
        <p:nvSpPr>
          <p:cNvPr id="35" name="Shape 33"/>
          <p:cNvSpPr/>
          <p:nvPr/>
        </p:nvSpPr>
        <p:spPr>
          <a:xfrm>
            <a:off x="6334125" y="193675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36" name="Shape 34"/>
          <p:cNvSpPr/>
          <p:nvPr/>
        </p:nvSpPr>
        <p:spPr>
          <a:xfrm>
            <a:off x="6397625" y="200025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FF0000"/>
          </a:solidFill>
          <a:ln/>
        </p:spPr>
      </p:sp>
      <p:sp>
        <p:nvSpPr>
          <p:cNvPr id="37" name="Text 35"/>
          <p:cNvSpPr/>
          <p:nvPr/>
        </p:nvSpPr>
        <p:spPr>
          <a:xfrm>
            <a:off x="6361906" y="20002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Times New Roman" panose="02020603050405020304" pitchFamily="18" charset="0"/>
                <a:ea typeface="Sorts Mill Goudy" pitchFamily="34" charset="-122"/>
                <a:cs typeface="Times New Roman" panose="02020603050405020304" pitchFamily="18" charset="0"/>
              </a:rPr>
              <a:t>E</a:t>
            </a:r>
            <a:endParaRPr lang="en-US" sz="1600" dirty="0">
              <a:latin typeface="Times New Roman" panose="02020603050405020304" pitchFamily="18" charset="0"/>
              <a:cs typeface="Times New Roman" panose="02020603050405020304" pitchFamily="18" charset="0"/>
            </a:endParaRPr>
          </a:p>
        </p:txBody>
      </p:sp>
      <p:sp>
        <p:nvSpPr>
          <p:cNvPr id="38" name="Text 36"/>
          <p:cNvSpPr/>
          <p:nvPr/>
        </p:nvSpPr>
        <p:spPr>
          <a:xfrm>
            <a:off x="6810375" y="2000250"/>
            <a:ext cx="1944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Error ('E')</a:t>
            </a:r>
            <a:endParaRPr lang="en-US" sz="1600" dirty="0">
              <a:latin typeface="Times New Roman" panose="02020603050405020304" pitchFamily="18" charset="0"/>
              <a:cs typeface="Times New Roman" panose="02020603050405020304" pitchFamily="18" charset="0"/>
            </a:endParaRPr>
          </a:p>
        </p:txBody>
      </p:sp>
      <p:sp>
        <p:nvSpPr>
          <p:cNvPr id="39" name="Text 37"/>
          <p:cNvSpPr/>
          <p:nvPr/>
        </p:nvSpPr>
        <p:spPr>
          <a:xfrm>
            <a:off x="6810375" y="2190750"/>
            <a:ext cx="193675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800ms long pulse for invalid commands</a:t>
            </a:r>
            <a:endParaRPr lang="en-US" sz="1600" dirty="0">
              <a:latin typeface="Times New Roman" panose="02020603050405020304" pitchFamily="18" charset="0"/>
              <a:cs typeface="Times New Roman" panose="02020603050405020304" pitchFamily="18" charset="0"/>
            </a:endParaRPr>
          </a:p>
        </p:txBody>
      </p:sp>
      <p:sp>
        <p:nvSpPr>
          <p:cNvPr id="40" name="Shape 38"/>
          <p:cNvSpPr/>
          <p:nvPr/>
        </p:nvSpPr>
        <p:spPr>
          <a:xfrm>
            <a:off x="6334125" y="247650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41" name="Shape 39"/>
          <p:cNvSpPr/>
          <p:nvPr/>
        </p:nvSpPr>
        <p:spPr>
          <a:xfrm>
            <a:off x="6397625" y="254000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00B0F0"/>
          </a:solidFill>
          <a:ln/>
        </p:spPr>
      </p:sp>
      <p:sp>
        <p:nvSpPr>
          <p:cNvPr id="42" name="Text 40"/>
          <p:cNvSpPr/>
          <p:nvPr/>
        </p:nvSpPr>
        <p:spPr>
          <a:xfrm>
            <a:off x="6361906" y="254000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Times New Roman" panose="02020603050405020304" pitchFamily="18" charset="0"/>
                <a:ea typeface="Sorts Mill Goudy" pitchFamily="34" charset="-122"/>
                <a:cs typeface="Times New Roman" panose="02020603050405020304" pitchFamily="18" charset="0"/>
              </a:rPr>
              <a:t>C</a:t>
            </a:r>
            <a:endParaRPr lang="en-US" sz="1600" dirty="0">
              <a:latin typeface="Times New Roman" panose="02020603050405020304" pitchFamily="18" charset="0"/>
              <a:cs typeface="Times New Roman" panose="02020603050405020304" pitchFamily="18" charset="0"/>
            </a:endParaRPr>
          </a:p>
        </p:txBody>
      </p:sp>
      <p:sp>
        <p:nvSpPr>
          <p:cNvPr id="43" name="Text 41"/>
          <p:cNvSpPr/>
          <p:nvPr/>
        </p:nvSpPr>
        <p:spPr>
          <a:xfrm>
            <a:off x="6810375" y="2540000"/>
            <a:ext cx="197643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Correct Password ('C')</a:t>
            </a:r>
            <a:endParaRPr lang="en-US" sz="1600" dirty="0">
              <a:latin typeface="Times New Roman" panose="02020603050405020304" pitchFamily="18" charset="0"/>
              <a:cs typeface="Times New Roman" panose="02020603050405020304" pitchFamily="18" charset="0"/>
            </a:endParaRPr>
          </a:p>
        </p:txBody>
      </p:sp>
      <p:sp>
        <p:nvSpPr>
          <p:cNvPr id="44" name="Text 42"/>
          <p:cNvSpPr/>
          <p:nvPr/>
        </p:nvSpPr>
        <p:spPr>
          <a:xfrm>
            <a:off x="6810375" y="2730500"/>
            <a:ext cx="19685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5 short pulses (400ms ON / 200ms GAP)</a:t>
            </a:r>
            <a:endParaRPr lang="en-US" sz="1600" dirty="0">
              <a:latin typeface="Times New Roman" panose="02020603050405020304" pitchFamily="18" charset="0"/>
              <a:cs typeface="Times New Roman" panose="02020603050405020304" pitchFamily="18" charset="0"/>
            </a:endParaRPr>
          </a:p>
        </p:txBody>
      </p:sp>
      <p:sp>
        <p:nvSpPr>
          <p:cNvPr id="45" name="Shape 43"/>
          <p:cNvSpPr/>
          <p:nvPr/>
        </p:nvSpPr>
        <p:spPr>
          <a:xfrm>
            <a:off x="6334125" y="301625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46" name="Shape 44"/>
          <p:cNvSpPr/>
          <p:nvPr/>
        </p:nvSpPr>
        <p:spPr>
          <a:xfrm>
            <a:off x="6397625" y="307975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7030A0"/>
          </a:solidFill>
          <a:ln>
            <a:solidFill>
              <a:srgbClr val="7030A0"/>
            </a:solidFill>
          </a:ln>
        </p:spPr>
      </p:sp>
      <p:sp>
        <p:nvSpPr>
          <p:cNvPr id="47" name="Text 45"/>
          <p:cNvSpPr/>
          <p:nvPr/>
        </p:nvSpPr>
        <p:spPr>
          <a:xfrm>
            <a:off x="6361906" y="30797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Times New Roman" panose="02020603050405020304" pitchFamily="18" charset="0"/>
                <a:ea typeface="Sorts Mill Goudy" pitchFamily="34" charset="-122"/>
                <a:cs typeface="Times New Roman" panose="02020603050405020304" pitchFamily="18" charset="0"/>
              </a:rPr>
              <a:t>W</a:t>
            </a:r>
            <a:endParaRPr lang="en-US" sz="1600" dirty="0">
              <a:latin typeface="Times New Roman" panose="02020603050405020304" pitchFamily="18" charset="0"/>
              <a:cs typeface="Times New Roman" panose="02020603050405020304" pitchFamily="18" charset="0"/>
            </a:endParaRPr>
          </a:p>
        </p:txBody>
      </p:sp>
      <p:sp>
        <p:nvSpPr>
          <p:cNvPr id="48" name="Text 46"/>
          <p:cNvSpPr/>
          <p:nvPr/>
        </p:nvSpPr>
        <p:spPr>
          <a:xfrm>
            <a:off x="6810375" y="3079750"/>
            <a:ext cx="193675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Wrong Password ('W')</a:t>
            </a:r>
            <a:endParaRPr lang="en-US" sz="1600" dirty="0">
              <a:latin typeface="Times New Roman" panose="02020603050405020304" pitchFamily="18" charset="0"/>
              <a:cs typeface="Times New Roman" panose="02020603050405020304" pitchFamily="18" charset="0"/>
            </a:endParaRPr>
          </a:p>
        </p:txBody>
      </p:sp>
      <p:sp>
        <p:nvSpPr>
          <p:cNvPr id="49" name="Text 47"/>
          <p:cNvSpPr/>
          <p:nvPr/>
        </p:nvSpPr>
        <p:spPr>
          <a:xfrm>
            <a:off x="6810375" y="3270250"/>
            <a:ext cx="19288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5 long pulses (800ms ON / 200ms GAP)</a:t>
            </a:r>
            <a:endParaRPr lang="en-US" sz="1600" dirty="0">
              <a:latin typeface="Times New Roman" panose="02020603050405020304" pitchFamily="18" charset="0"/>
              <a:cs typeface="Times New Roman" panose="02020603050405020304" pitchFamily="18" charset="0"/>
            </a:endParaRPr>
          </a:p>
        </p:txBody>
      </p:sp>
      <p:sp>
        <p:nvSpPr>
          <p:cNvPr id="50" name="Shape 48"/>
          <p:cNvSpPr/>
          <p:nvPr/>
        </p:nvSpPr>
        <p:spPr>
          <a:xfrm>
            <a:off x="6191249" y="3619501"/>
            <a:ext cx="45719" cy="2903220"/>
          </a:xfrm>
          <a:custGeom>
            <a:avLst/>
            <a:gdLst/>
            <a:ahLst/>
            <a:cxnLst/>
            <a:rect l="l" t="t" r="r" b="b"/>
            <a:pathLst>
              <a:path w="31750" h="3230563">
                <a:moveTo>
                  <a:pt x="0" y="0"/>
                </a:moveTo>
                <a:lnTo>
                  <a:pt x="31750" y="0"/>
                </a:lnTo>
                <a:lnTo>
                  <a:pt x="31750" y="3230563"/>
                </a:lnTo>
                <a:lnTo>
                  <a:pt x="0" y="3230563"/>
                </a:lnTo>
                <a:lnTo>
                  <a:pt x="0" y="0"/>
                </a:lnTo>
                <a:close/>
              </a:path>
            </a:pathLst>
          </a:custGeom>
          <a:solidFill>
            <a:srgbClr val="FFC000"/>
          </a:solidFill>
          <a:ln/>
        </p:spPr>
      </p:sp>
      <p:sp>
        <p:nvSpPr>
          <p:cNvPr id="51" name="Text 49"/>
          <p:cNvSpPr/>
          <p:nvPr/>
        </p:nvSpPr>
        <p:spPr>
          <a:xfrm>
            <a:off x="6334125" y="3619500"/>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Feedback Function Implementation</a:t>
            </a:r>
            <a:endParaRPr lang="en-US" sz="1600" dirty="0">
              <a:latin typeface="Times New Roman" panose="02020603050405020304" pitchFamily="18" charset="0"/>
              <a:cs typeface="Times New Roman" panose="02020603050405020304" pitchFamily="18" charset="0"/>
            </a:endParaRPr>
          </a:p>
        </p:txBody>
      </p:sp>
      <p:sp>
        <p:nvSpPr>
          <p:cNvPr id="52" name="Shape 50"/>
          <p:cNvSpPr/>
          <p:nvPr/>
        </p:nvSpPr>
        <p:spPr>
          <a:xfrm>
            <a:off x="6337300" y="3940175"/>
            <a:ext cx="5530850" cy="2502297"/>
          </a:xfrm>
          <a:custGeom>
            <a:avLst/>
            <a:gdLst/>
            <a:ahLst/>
            <a:cxnLst/>
            <a:rect l="l" t="t" r="r" b="b"/>
            <a:pathLst>
              <a:path w="5530850" h="2903537">
                <a:moveTo>
                  <a:pt x="31736" y="0"/>
                </a:moveTo>
                <a:lnTo>
                  <a:pt x="5499114" y="0"/>
                </a:lnTo>
                <a:cubicBezTo>
                  <a:pt x="5516641" y="0"/>
                  <a:pt x="5530850" y="14209"/>
                  <a:pt x="5530850" y="31736"/>
                </a:cubicBezTo>
                <a:lnTo>
                  <a:pt x="5530850" y="2871802"/>
                </a:lnTo>
                <a:cubicBezTo>
                  <a:pt x="5530850" y="2889329"/>
                  <a:pt x="5516641" y="2903537"/>
                  <a:pt x="5499114" y="2903537"/>
                </a:cubicBezTo>
                <a:lnTo>
                  <a:pt x="31736" y="2903537"/>
                </a:lnTo>
                <a:cubicBezTo>
                  <a:pt x="14209" y="2903537"/>
                  <a:pt x="0" y="2889329"/>
                  <a:pt x="0" y="2871802"/>
                </a:cubicBezTo>
                <a:lnTo>
                  <a:pt x="0" y="31736"/>
                </a:lnTo>
                <a:cubicBezTo>
                  <a:pt x="0" y="14209"/>
                  <a:pt x="14209" y="0"/>
                  <a:pt x="31736" y="0"/>
                </a:cubicBezTo>
                <a:close/>
              </a:path>
            </a:pathLst>
          </a:custGeom>
          <a:solidFill>
            <a:srgbClr val="F9FAFB"/>
          </a:solidFill>
          <a:ln w="10160">
            <a:solidFill>
              <a:srgbClr val="E5E7EB"/>
            </a:solidFill>
            <a:prstDash val="solid"/>
          </a:ln>
        </p:spPr>
      </p:sp>
      <p:sp>
        <p:nvSpPr>
          <p:cNvPr id="53" name="Text 51"/>
          <p:cNvSpPr/>
          <p:nvPr/>
        </p:nvSpPr>
        <p:spPr>
          <a:xfrm>
            <a:off x="6435725" y="4038600"/>
            <a:ext cx="5389563" cy="2706688"/>
          </a:xfrm>
          <a:prstGeom prst="rect">
            <a:avLst/>
          </a:prstGeom>
          <a:noFill/>
          <a:ln/>
        </p:spPr>
        <p:txBody>
          <a:bodyPr wrap="square" lIns="0" tIns="0" rIns="0" bIns="0" rtlCol="0" anchor="ctr"/>
          <a:lstStyle/>
          <a:p>
            <a:pPr>
              <a:lnSpc>
                <a:spcPct val="100000"/>
              </a:lnSpc>
            </a:pP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void</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triggerFeedback(</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char</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type)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(type == 'S') { </a:t>
            </a: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400ms</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digitalWrite(vibMotor, HIGH);</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delay(400);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digitalWrite(vibMotor, LOW);</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else</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(type == 'C') { </a:t>
            </a: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5× short</a:t>
            </a:r>
          </a:p>
          <a:p>
            <a:pPr>
              <a:lnSpc>
                <a:spcPct val="100000"/>
              </a:lnSpc>
            </a:pP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for</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int</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i=0; i&lt;5; i++)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digitalWrite(vibMotor, HIGH);</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delay(400);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digitalWrite(vibMotor, LOW);</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0070C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(i&lt;4) delay(200);</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DA94B82-FCCB-C16D-79E3-14E152B41EA8}"/>
              </a:ext>
            </a:extLst>
          </p:cNvPr>
          <p:cNvSpPr/>
          <p:nvPr/>
        </p:nvSpPr>
        <p:spPr>
          <a:xfrm>
            <a:off x="253319" y="332631"/>
            <a:ext cx="11685362" cy="326863"/>
          </a:xfrm>
          <a:prstGeom prst="rect">
            <a:avLst/>
          </a:prstGeom>
          <a:noFill/>
          <a:ln/>
        </p:spPr>
        <p:txBody>
          <a:bodyPr wrap="square" lIns="0" tIns="0" rIns="0" bIns="0" rtlCol="0" anchor="ctr"/>
          <a:lstStyle/>
          <a:p>
            <a:pPr algn="ctr">
              <a:lnSpc>
                <a:spcPct val="90000"/>
              </a:lnSpc>
            </a:pPr>
            <a:r>
              <a:rPr lang="en-US" sz="2316" b="1" dirty="0">
                <a:solidFill>
                  <a:srgbClr val="0070C0"/>
                </a:solidFill>
                <a:latin typeface="Times New Roman" panose="02020603050405020304" pitchFamily="18" charset="0"/>
                <a:ea typeface="Sorts Mill Goudy" pitchFamily="34" charset="-122"/>
                <a:cs typeface="Times New Roman" panose="02020603050405020304" pitchFamily="18" charset="0"/>
              </a:rPr>
              <a:t>Light Control</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6168D3CA-8CA1-8212-B6C4-04F86A744128}"/>
              </a:ext>
            </a:extLst>
          </p:cNvPr>
          <p:cNvSpPr/>
          <p:nvPr/>
        </p:nvSpPr>
        <p:spPr>
          <a:xfrm>
            <a:off x="343206" y="1045962"/>
            <a:ext cx="5654735" cy="2312558"/>
          </a:xfrm>
          <a:custGeom>
            <a:avLst/>
            <a:gdLst/>
            <a:ahLst/>
            <a:cxnLst/>
            <a:rect l="l" t="t" r="r" b="b"/>
            <a:pathLst>
              <a:path w="5654735" h="2312558">
                <a:moveTo>
                  <a:pt x="0" y="0"/>
                </a:moveTo>
                <a:lnTo>
                  <a:pt x="5654735" y="0"/>
                </a:lnTo>
                <a:lnTo>
                  <a:pt x="5654735" y="2312558"/>
                </a:lnTo>
                <a:lnTo>
                  <a:pt x="0" y="2312558"/>
                </a:lnTo>
                <a:lnTo>
                  <a:pt x="0" y="0"/>
                </a:lnTo>
                <a:close/>
              </a:path>
            </a:pathLst>
          </a:custGeom>
          <a:solidFill>
            <a:srgbClr val="F9FAFB"/>
          </a:solidFill>
          <a:ln/>
        </p:spPr>
      </p:sp>
      <p:sp>
        <p:nvSpPr>
          <p:cNvPr id="4" name="Shape 3">
            <a:extLst>
              <a:ext uri="{FF2B5EF4-FFF2-40B4-BE49-F238E27FC236}">
                <a16:creationId xmlns:a16="http://schemas.microsoft.com/office/drawing/2014/main" id="{DF7870C2-E3CA-525A-1E2B-B42F0A9B0747}"/>
              </a:ext>
            </a:extLst>
          </p:cNvPr>
          <p:cNvSpPr/>
          <p:nvPr/>
        </p:nvSpPr>
        <p:spPr>
          <a:xfrm>
            <a:off x="343206" y="1045962"/>
            <a:ext cx="32686" cy="2312558"/>
          </a:xfrm>
          <a:custGeom>
            <a:avLst/>
            <a:gdLst/>
            <a:ahLst/>
            <a:cxnLst/>
            <a:rect l="l" t="t" r="r" b="b"/>
            <a:pathLst>
              <a:path w="32686" h="2312558">
                <a:moveTo>
                  <a:pt x="0" y="0"/>
                </a:moveTo>
                <a:lnTo>
                  <a:pt x="32686" y="0"/>
                </a:lnTo>
                <a:lnTo>
                  <a:pt x="32686" y="2312558"/>
                </a:lnTo>
                <a:lnTo>
                  <a:pt x="0" y="2312558"/>
                </a:lnTo>
                <a:lnTo>
                  <a:pt x="0" y="0"/>
                </a:lnTo>
                <a:close/>
              </a:path>
            </a:pathLst>
          </a:custGeom>
          <a:solidFill>
            <a:srgbClr val="FFFF00"/>
          </a:solidFill>
          <a:ln/>
        </p:spPr>
      </p:sp>
      <p:sp>
        <p:nvSpPr>
          <p:cNvPr id="5" name="Text 4">
            <a:extLst>
              <a:ext uri="{FF2B5EF4-FFF2-40B4-BE49-F238E27FC236}">
                <a16:creationId xmlns:a16="http://schemas.microsoft.com/office/drawing/2014/main" id="{0B075C23-D498-ABAF-3B16-A338E756F06B}"/>
              </a:ext>
            </a:extLst>
          </p:cNvPr>
          <p:cNvSpPr/>
          <p:nvPr/>
        </p:nvSpPr>
        <p:spPr>
          <a:xfrm>
            <a:off x="522981" y="1209394"/>
            <a:ext cx="5393244" cy="228804"/>
          </a:xfrm>
          <a:prstGeom prst="rect">
            <a:avLst/>
          </a:prstGeom>
          <a:noFill/>
          <a:ln/>
        </p:spPr>
        <p:txBody>
          <a:bodyPr wrap="square" lIns="0" tIns="0" rIns="0" bIns="0" rtlCol="0" anchor="ctr"/>
          <a:lstStyle/>
          <a:p>
            <a:pPr>
              <a:lnSpc>
                <a:spcPct val="120000"/>
              </a:lnSpc>
            </a:pPr>
            <a:r>
              <a:rPr lang="en-US" sz="1287" b="1" dirty="0">
                <a:solidFill>
                  <a:srgbClr val="1F2937"/>
                </a:solidFill>
                <a:latin typeface="Times New Roman" panose="02020603050405020304" pitchFamily="18" charset="0"/>
                <a:ea typeface="Sorts Mill Goudy" pitchFamily="34" charset="-122"/>
                <a:cs typeface="Times New Roman" panose="02020603050405020304" pitchFamily="18" charset="0"/>
              </a:rPr>
              <a:t>Toggle Logic</a:t>
            </a:r>
            <a:endParaRPr lang="en-US" sz="16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C38A2072-760A-5A83-C6CF-D913D4AA3B34}"/>
              </a:ext>
            </a:extLst>
          </p:cNvPr>
          <p:cNvSpPr/>
          <p:nvPr/>
        </p:nvSpPr>
        <p:spPr>
          <a:xfrm>
            <a:off x="522981" y="1536257"/>
            <a:ext cx="5376901" cy="441265"/>
          </a:xfrm>
          <a:prstGeom prst="rect">
            <a:avLst/>
          </a:prstGeom>
          <a:noFill/>
          <a:ln/>
        </p:spPr>
        <p:txBody>
          <a:bodyPr wrap="square" lIns="0" tIns="0" rIns="0" bIns="0" rtlCol="0" anchor="ctr"/>
          <a:lstStyle/>
          <a:p>
            <a:pPr>
              <a:lnSpc>
                <a:spcPct val="14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Commands like </a:t>
            </a:r>
            <a:r>
              <a:rPr lang="en-US" sz="1029" dirty="0">
                <a:solidFill>
                  <a:srgbClr val="8B0000"/>
                </a:solidFill>
                <a:highlight>
                  <a:srgbClr val="F3F4F6">
                    <a:alpha val="100000"/>
                  </a:srgbClr>
                </a:highlight>
                <a:latin typeface="Times New Roman" panose="02020603050405020304" pitchFamily="18" charset="0"/>
                <a:ea typeface="MiSans" pitchFamily="34" charset="-122"/>
                <a:cs typeface="Times New Roman" panose="02020603050405020304" pitchFamily="18" charset="0"/>
              </a:rPr>
              <a:t>"L1" </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or </a:t>
            </a:r>
            <a:r>
              <a:rPr lang="en-US" sz="1029" dirty="0">
                <a:solidFill>
                  <a:srgbClr val="8B0000"/>
                </a:solidFill>
                <a:highlight>
                  <a:srgbClr val="F3F4F6">
                    <a:alpha val="100000"/>
                  </a:srgbClr>
                </a:highlight>
                <a:latin typeface="Times New Roman" panose="02020603050405020304" pitchFamily="18" charset="0"/>
                <a:ea typeface="MiSans" pitchFamily="34" charset="-122"/>
                <a:cs typeface="Times New Roman" panose="02020603050405020304" pitchFamily="18" charset="0"/>
              </a:rPr>
              <a:t>"L2" </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trigger a toggle function to reverse the relay state. The system uses </a:t>
            </a:r>
            <a:r>
              <a:rPr lang="en-US" sz="1029" b="1" dirty="0">
                <a:solidFill>
                  <a:srgbClr val="1F2937"/>
                </a:solidFill>
                <a:latin typeface="Times New Roman" panose="02020603050405020304" pitchFamily="18" charset="0"/>
                <a:ea typeface="Sorts Mill Goudy" pitchFamily="34" charset="-122"/>
                <a:cs typeface="Times New Roman" panose="02020603050405020304" pitchFamily="18" charset="0"/>
              </a:rPr>
              <a:t>active-LOW relay logic</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 where LOW signal activates the relay.</a:t>
            </a:r>
            <a:endParaRPr lang="en-US" sz="1600" dirty="0">
              <a:latin typeface="Times New Roman" panose="02020603050405020304" pitchFamily="18" charset="0"/>
              <a:cs typeface="Times New Roman" panose="02020603050405020304" pitchFamily="18" charset="0"/>
            </a:endParaRPr>
          </a:p>
        </p:txBody>
      </p:sp>
      <p:sp>
        <p:nvSpPr>
          <p:cNvPr id="7" name="Shape 6">
            <a:extLst>
              <a:ext uri="{FF2B5EF4-FFF2-40B4-BE49-F238E27FC236}">
                <a16:creationId xmlns:a16="http://schemas.microsoft.com/office/drawing/2014/main" id="{643DD1A6-CDE4-636A-973C-568B40BC7F9A}"/>
              </a:ext>
            </a:extLst>
          </p:cNvPr>
          <p:cNvSpPr/>
          <p:nvPr/>
        </p:nvSpPr>
        <p:spPr>
          <a:xfrm>
            <a:off x="526250" y="2075583"/>
            <a:ext cx="5301722" cy="1117872"/>
          </a:xfrm>
          <a:custGeom>
            <a:avLst/>
            <a:gdLst/>
            <a:ahLst/>
            <a:cxnLst/>
            <a:rect l="l" t="t" r="r" b="b"/>
            <a:pathLst>
              <a:path w="5301722" h="1117872">
                <a:moveTo>
                  <a:pt x="0" y="0"/>
                </a:moveTo>
                <a:lnTo>
                  <a:pt x="5301722" y="0"/>
                </a:lnTo>
                <a:lnTo>
                  <a:pt x="5301722" y="1117872"/>
                </a:lnTo>
                <a:lnTo>
                  <a:pt x="0" y="1117872"/>
                </a:lnTo>
                <a:lnTo>
                  <a:pt x="0" y="0"/>
                </a:lnTo>
                <a:close/>
              </a:path>
            </a:pathLst>
          </a:custGeom>
          <a:solidFill>
            <a:srgbClr val="FFFFFF"/>
          </a:solidFill>
          <a:ln w="10160">
            <a:solidFill>
              <a:srgbClr val="D1D5DC"/>
            </a:solidFill>
            <a:prstDash val="solid"/>
          </a:ln>
        </p:spPr>
      </p:sp>
      <p:sp>
        <p:nvSpPr>
          <p:cNvPr id="8" name="Text 7">
            <a:extLst>
              <a:ext uri="{FF2B5EF4-FFF2-40B4-BE49-F238E27FC236}">
                <a16:creationId xmlns:a16="http://schemas.microsoft.com/office/drawing/2014/main" id="{7AF08E30-6EFB-5E8F-8025-A723EF1FB160}"/>
              </a:ext>
            </a:extLst>
          </p:cNvPr>
          <p:cNvSpPr/>
          <p:nvPr/>
        </p:nvSpPr>
        <p:spPr>
          <a:xfrm>
            <a:off x="627578" y="2176909"/>
            <a:ext cx="5164440" cy="196118"/>
          </a:xfrm>
          <a:prstGeom prst="rect">
            <a:avLst/>
          </a:prstGeom>
          <a:noFill/>
          <a:ln/>
        </p:spPr>
        <p:txBody>
          <a:bodyPr wrap="square" lIns="0" tIns="0" rIns="0" bIns="0" rtlCol="0" anchor="ctr"/>
          <a:lstStyle/>
          <a:p>
            <a:pPr>
              <a:lnSpc>
                <a:spcPct val="130000"/>
              </a:lnSpc>
            </a:pPr>
            <a:r>
              <a:rPr lang="en-US" sz="1029" b="1" dirty="0">
                <a:solidFill>
                  <a:srgbClr val="8B0000"/>
                </a:solidFill>
                <a:latin typeface="Times New Roman" panose="02020603050405020304" pitchFamily="18" charset="0"/>
                <a:ea typeface="Sorts Mill Goudy" pitchFamily="34" charset="-122"/>
                <a:cs typeface="Times New Roman" panose="02020603050405020304" pitchFamily="18" charset="0"/>
              </a:rPr>
              <a:t>Command Structure</a:t>
            </a:r>
            <a:endParaRPr lang="en-US" sz="1600" dirty="0">
              <a:latin typeface="Times New Roman" panose="02020603050405020304" pitchFamily="18" charset="0"/>
              <a:cs typeface="Times New Roman" panose="02020603050405020304" pitchFamily="18" charset="0"/>
            </a:endParaRPr>
          </a:p>
        </p:txBody>
      </p:sp>
      <p:sp>
        <p:nvSpPr>
          <p:cNvPr id="9" name="Text 8">
            <a:extLst>
              <a:ext uri="{FF2B5EF4-FFF2-40B4-BE49-F238E27FC236}">
                <a16:creationId xmlns:a16="http://schemas.microsoft.com/office/drawing/2014/main" id="{7BC03AB3-651F-8CF2-7A9D-DC1B1AD9D233}"/>
              </a:ext>
            </a:extLst>
          </p:cNvPr>
          <p:cNvSpPr/>
          <p:nvPr/>
        </p:nvSpPr>
        <p:spPr>
          <a:xfrm>
            <a:off x="627578" y="2438399"/>
            <a:ext cx="392236" cy="196118"/>
          </a:xfrm>
          <a:prstGeom prst="rect">
            <a:avLst/>
          </a:prstGeom>
          <a:noFill/>
          <a:ln/>
        </p:spPr>
        <p:txBody>
          <a:bodyPr wrap="square" lIns="0" tIns="0" rIns="0" bIns="0" rtlCol="0" anchor="ctr"/>
          <a:lstStyle/>
          <a:p>
            <a:pPr>
              <a:lnSpc>
                <a:spcPct val="13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L1, L2</a:t>
            </a:r>
            <a:endParaRPr lang="en-US" sz="1600" dirty="0">
              <a:latin typeface="Times New Roman" panose="02020603050405020304" pitchFamily="18" charset="0"/>
              <a:cs typeface="Times New Roman" panose="02020603050405020304" pitchFamily="18" charset="0"/>
            </a:endParaRPr>
          </a:p>
        </p:txBody>
      </p:sp>
      <p:sp>
        <p:nvSpPr>
          <p:cNvPr id="10" name="Text 9">
            <a:extLst>
              <a:ext uri="{FF2B5EF4-FFF2-40B4-BE49-F238E27FC236}">
                <a16:creationId xmlns:a16="http://schemas.microsoft.com/office/drawing/2014/main" id="{15DD12E5-D1A4-7455-8FD3-B295ACD07A00}"/>
              </a:ext>
            </a:extLst>
          </p:cNvPr>
          <p:cNvSpPr/>
          <p:nvPr/>
        </p:nvSpPr>
        <p:spPr>
          <a:xfrm>
            <a:off x="4396822" y="2438399"/>
            <a:ext cx="1397340" cy="196118"/>
          </a:xfrm>
          <a:prstGeom prst="rect">
            <a:avLst/>
          </a:prstGeom>
          <a:noFill/>
          <a:ln/>
        </p:spPr>
        <p:txBody>
          <a:bodyPr wrap="square" lIns="0" tIns="0" rIns="0" bIns="0" rtlCol="0" anchor="ctr"/>
          <a:lstStyle/>
          <a:p>
            <a:pPr>
              <a:lnSpc>
                <a:spcPct val="130000"/>
              </a:lnSpc>
            </a:pPr>
            <a:r>
              <a:rPr lang="en-US" sz="1029" dirty="0">
                <a:solidFill>
                  <a:srgbClr val="6B7280"/>
                </a:solidFill>
                <a:latin typeface="Times New Roman" panose="02020603050405020304" pitchFamily="18" charset="0"/>
                <a:ea typeface="Sorts Mill Goudy" pitchFamily="34" charset="-122"/>
                <a:cs typeface="Times New Roman" panose="02020603050405020304" pitchFamily="18" charset="0"/>
              </a:rPr>
              <a:t>Toggle individual lights</a:t>
            </a:r>
            <a:endParaRPr lang="en-US" sz="1600" dirty="0">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2957EADC-890C-40DF-4526-8A69E95C5666}"/>
              </a:ext>
            </a:extLst>
          </p:cNvPr>
          <p:cNvSpPr/>
          <p:nvPr/>
        </p:nvSpPr>
        <p:spPr>
          <a:xfrm>
            <a:off x="627578" y="2667203"/>
            <a:ext cx="375893" cy="196118"/>
          </a:xfrm>
          <a:prstGeom prst="rect">
            <a:avLst/>
          </a:prstGeom>
          <a:noFill/>
          <a:ln/>
        </p:spPr>
        <p:txBody>
          <a:bodyPr wrap="square" lIns="0" tIns="0" rIns="0" bIns="0" rtlCol="0" anchor="ctr"/>
          <a:lstStyle/>
          <a:p>
            <a:pPr>
              <a:lnSpc>
                <a:spcPct val="13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ALL1</a:t>
            </a:r>
            <a:endParaRPr lang="en-US" sz="1600" dirty="0">
              <a:latin typeface="Times New Roman" panose="02020603050405020304" pitchFamily="18" charset="0"/>
              <a:cs typeface="Times New Roman" panose="02020603050405020304" pitchFamily="18" charset="0"/>
            </a:endParaRPr>
          </a:p>
        </p:txBody>
      </p:sp>
      <p:sp>
        <p:nvSpPr>
          <p:cNvPr id="12" name="Text 11">
            <a:extLst>
              <a:ext uri="{FF2B5EF4-FFF2-40B4-BE49-F238E27FC236}">
                <a16:creationId xmlns:a16="http://schemas.microsoft.com/office/drawing/2014/main" id="{A50AFE4F-4EC0-6598-B6DE-FE12DC07ADFB}"/>
              </a:ext>
            </a:extLst>
          </p:cNvPr>
          <p:cNvSpPr/>
          <p:nvPr/>
        </p:nvSpPr>
        <p:spPr>
          <a:xfrm>
            <a:off x="4691612" y="2667203"/>
            <a:ext cx="1103164" cy="196118"/>
          </a:xfrm>
          <a:prstGeom prst="rect">
            <a:avLst/>
          </a:prstGeom>
          <a:noFill/>
          <a:ln/>
        </p:spPr>
        <p:txBody>
          <a:bodyPr wrap="square" lIns="0" tIns="0" rIns="0" bIns="0" rtlCol="0" anchor="ctr"/>
          <a:lstStyle/>
          <a:p>
            <a:pPr>
              <a:lnSpc>
                <a:spcPct val="130000"/>
              </a:lnSpc>
            </a:pPr>
            <a:r>
              <a:rPr lang="en-US" sz="1029" dirty="0">
                <a:solidFill>
                  <a:srgbClr val="6B7280"/>
                </a:solidFill>
                <a:latin typeface="Times New Roman" panose="02020603050405020304" pitchFamily="18" charset="0"/>
                <a:ea typeface="Sorts Mill Goudy" pitchFamily="34" charset="-122"/>
                <a:cs typeface="Times New Roman" panose="02020603050405020304" pitchFamily="18" charset="0"/>
              </a:rPr>
              <a:t>Turn all lights ON</a:t>
            </a:r>
            <a:endParaRPr lang="en-US" sz="1600" dirty="0">
              <a:latin typeface="Times New Roman" panose="02020603050405020304" pitchFamily="18" charset="0"/>
              <a:cs typeface="Times New Roman" panose="02020603050405020304" pitchFamily="18" charset="0"/>
            </a:endParaRPr>
          </a:p>
        </p:txBody>
      </p:sp>
      <p:sp>
        <p:nvSpPr>
          <p:cNvPr id="13" name="Text 12">
            <a:extLst>
              <a:ext uri="{FF2B5EF4-FFF2-40B4-BE49-F238E27FC236}">
                <a16:creationId xmlns:a16="http://schemas.microsoft.com/office/drawing/2014/main" id="{57FC0368-4663-CBCD-1451-C9289448C22B}"/>
              </a:ext>
            </a:extLst>
          </p:cNvPr>
          <p:cNvSpPr/>
          <p:nvPr/>
        </p:nvSpPr>
        <p:spPr>
          <a:xfrm>
            <a:off x="627578" y="2896008"/>
            <a:ext cx="400408" cy="196118"/>
          </a:xfrm>
          <a:prstGeom prst="rect">
            <a:avLst/>
          </a:prstGeom>
          <a:noFill/>
          <a:ln/>
        </p:spPr>
        <p:txBody>
          <a:bodyPr wrap="square" lIns="0" tIns="0" rIns="0" bIns="0" rtlCol="0" anchor="ctr"/>
          <a:lstStyle/>
          <a:p>
            <a:pPr>
              <a:lnSpc>
                <a:spcPct val="13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ALL0</a:t>
            </a:r>
            <a:endParaRPr lang="en-US" sz="1600" dirty="0">
              <a:latin typeface="Times New Roman" panose="02020603050405020304" pitchFamily="18" charset="0"/>
              <a:cs typeface="Times New Roman" panose="02020603050405020304" pitchFamily="18" charset="0"/>
            </a:endParaRPr>
          </a:p>
        </p:txBody>
      </p:sp>
      <p:sp>
        <p:nvSpPr>
          <p:cNvPr id="14" name="Text 13">
            <a:extLst>
              <a:ext uri="{FF2B5EF4-FFF2-40B4-BE49-F238E27FC236}">
                <a16:creationId xmlns:a16="http://schemas.microsoft.com/office/drawing/2014/main" id="{4FDB87F2-A31C-E11D-90CE-F0E3A5A70593}"/>
              </a:ext>
            </a:extLst>
          </p:cNvPr>
          <p:cNvSpPr/>
          <p:nvPr/>
        </p:nvSpPr>
        <p:spPr>
          <a:xfrm>
            <a:off x="4651060" y="2896008"/>
            <a:ext cx="1144021" cy="196118"/>
          </a:xfrm>
          <a:prstGeom prst="rect">
            <a:avLst/>
          </a:prstGeom>
          <a:noFill/>
          <a:ln/>
        </p:spPr>
        <p:txBody>
          <a:bodyPr wrap="square" lIns="0" tIns="0" rIns="0" bIns="0" rtlCol="0" anchor="ctr"/>
          <a:lstStyle/>
          <a:p>
            <a:pPr>
              <a:lnSpc>
                <a:spcPct val="130000"/>
              </a:lnSpc>
            </a:pPr>
            <a:r>
              <a:rPr lang="en-US" sz="1029" dirty="0">
                <a:solidFill>
                  <a:srgbClr val="6B7280"/>
                </a:solidFill>
                <a:latin typeface="Times New Roman" panose="02020603050405020304" pitchFamily="18" charset="0"/>
                <a:ea typeface="Sorts Mill Goudy" pitchFamily="34" charset="-122"/>
                <a:cs typeface="Times New Roman" panose="02020603050405020304" pitchFamily="18" charset="0"/>
              </a:rPr>
              <a:t>Turn all lights OFF</a:t>
            </a:r>
            <a:endParaRPr lang="en-US" sz="1600" dirty="0">
              <a:latin typeface="Times New Roman" panose="02020603050405020304" pitchFamily="18" charset="0"/>
              <a:cs typeface="Times New Roman" panose="02020603050405020304" pitchFamily="18" charset="0"/>
            </a:endParaRPr>
          </a:p>
        </p:txBody>
      </p:sp>
      <p:sp>
        <p:nvSpPr>
          <p:cNvPr id="15" name="Shape 14">
            <a:extLst>
              <a:ext uri="{FF2B5EF4-FFF2-40B4-BE49-F238E27FC236}">
                <a16:creationId xmlns:a16="http://schemas.microsoft.com/office/drawing/2014/main" id="{7F571A69-F70B-39BD-420F-6FB552E06FE9}"/>
              </a:ext>
            </a:extLst>
          </p:cNvPr>
          <p:cNvSpPr/>
          <p:nvPr/>
        </p:nvSpPr>
        <p:spPr>
          <a:xfrm>
            <a:off x="343206" y="3490901"/>
            <a:ext cx="5654735" cy="1291110"/>
          </a:xfrm>
          <a:custGeom>
            <a:avLst/>
            <a:gdLst/>
            <a:ahLst/>
            <a:cxnLst/>
            <a:rect l="l" t="t" r="r" b="b"/>
            <a:pathLst>
              <a:path w="5654735" h="1291110">
                <a:moveTo>
                  <a:pt x="0" y="0"/>
                </a:moveTo>
                <a:lnTo>
                  <a:pt x="5654735" y="0"/>
                </a:lnTo>
                <a:lnTo>
                  <a:pt x="5654735" y="1291110"/>
                </a:lnTo>
                <a:lnTo>
                  <a:pt x="0" y="1291110"/>
                </a:lnTo>
                <a:lnTo>
                  <a:pt x="0" y="0"/>
                </a:lnTo>
                <a:close/>
              </a:path>
            </a:pathLst>
          </a:custGeom>
          <a:solidFill>
            <a:srgbClr val="F9FAFB"/>
          </a:solidFill>
          <a:ln/>
        </p:spPr>
      </p:sp>
      <p:sp>
        <p:nvSpPr>
          <p:cNvPr id="16" name="Shape 15">
            <a:extLst>
              <a:ext uri="{FF2B5EF4-FFF2-40B4-BE49-F238E27FC236}">
                <a16:creationId xmlns:a16="http://schemas.microsoft.com/office/drawing/2014/main" id="{83F11BDD-3839-46BE-3313-C0044321C022}"/>
              </a:ext>
            </a:extLst>
          </p:cNvPr>
          <p:cNvSpPr/>
          <p:nvPr/>
        </p:nvSpPr>
        <p:spPr>
          <a:xfrm>
            <a:off x="343206" y="3490901"/>
            <a:ext cx="32686" cy="1291110"/>
          </a:xfrm>
          <a:custGeom>
            <a:avLst/>
            <a:gdLst/>
            <a:ahLst/>
            <a:cxnLst/>
            <a:rect l="l" t="t" r="r" b="b"/>
            <a:pathLst>
              <a:path w="32686" h="1291110">
                <a:moveTo>
                  <a:pt x="0" y="0"/>
                </a:moveTo>
                <a:lnTo>
                  <a:pt x="32686" y="0"/>
                </a:lnTo>
                <a:lnTo>
                  <a:pt x="32686" y="1291110"/>
                </a:lnTo>
                <a:lnTo>
                  <a:pt x="0" y="1291110"/>
                </a:lnTo>
                <a:lnTo>
                  <a:pt x="0" y="0"/>
                </a:lnTo>
                <a:close/>
              </a:path>
            </a:pathLst>
          </a:custGeom>
          <a:solidFill>
            <a:srgbClr val="7030A0"/>
          </a:solidFill>
          <a:ln/>
        </p:spPr>
      </p:sp>
      <p:sp>
        <p:nvSpPr>
          <p:cNvPr id="17" name="Text 16">
            <a:extLst>
              <a:ext uri="{FF2B5EF4-FFF2-40B4-BE49-F238E27FC236}">
                <a16:creationId xmlns:a16="http://schemas.microsoft.com/office/drawing/2014/main" id="{69F0AECE-859E-32BA-82CA-3AE093568758}"/>
              </a:ext>
            </a:extLst>
          </p:cNvPr>
          <p:cNvSpPr/>
          <p:nvPr/>
        </p:nvSpPr>
        <p:spPr>
          <a:xfrm>
            <a:off x="522981" y="3654333"/>
            <a:ext cx="5393244" cy="228804"/>
          </a:xfrm>
          <a:prstGeom prst="rect">
            <a:avLst/>
          </a:prstGeom>
          <a:noFill/>
          <a:ln/>
        </p:spPr>
        <p:txBody>
          <a:bodyPr wrap="square" lIns="0" tIns="0" rIns="0" bIns="0" rtlCol="0" anchor="ctr"/>
          <a:lstStyle/>
          <a:p>
            <a:pPr>
              <a:lnSpc>
                <a:spcPct val="120000"/>
              </a:lnSpc>
            </a:pPr>
            <a:r>
              <a:rPr lang="en-US" sz="1287" b="1" dirty="0">
                <a:solidFill>
                  <a:srgbClr val="1F2937"/>
                </a:solidFill>
                <a:latin typeface="Times New Roman" panose="02020603050405020304" pitchFamily="18" charset="0"/>
                <a:ea typeface="Sorts Mill Goudy" pitchFamily="34" charset="-122"/>
                <a:cs typeface="Times New Roman" panose="02020603050405020304" pitchFamily="18" charset="0"/>
              </a:rPr>
              <a:t>Manual Mode</a:t>
            </a:r>
            <a:endParaRPr lang="en-US" sz="1600" dirty="0">
              <a:latin typeface="Times New Roman" panose="02020603050405020304" pitchFamily="18" charset="0"/>
              <a:cs typeface="Times New Roman" panose="02020603050405020304" pitchFamily="18" charset="0"/>
            </a:endParaRPr>
          </a:p>
        </p:txBody>
      </p:sp>
      <p:sp>
        <p:nvSpPr>
          <p:cNvPr id="18" name="Text 17">
            <a:extLst>
              <a:ext uri="{FF2B5EF4-FFF2-40B4-BE49-F238E27FC236}">
                <a16:creationId xmlns:a16="http://schemas.microsoft.com/office/drawing/2014/main" id="{7E5A3134-EB24-4534-4BB8-9B201F9F2F78}"/>
              </a:ext>
            </a:extLst>
          </p:cNvPr>
          <p:cNvSpPr/>
          <p:nvPr/>
        </p:nvSpPr>
        <p:spPr>
          <a:xfrm>
            <a:off x="522981" y="3981196"/>
            <a:ext cx="5376901" cy="637383"/>
          </a:xfrm>
          <a:prstGeom prst="rect">
            <a:avLst/>
          </a:prstGeom>
          <a:noFill/>
          <a:ln/>
        </p:spPr>
        <p:txBody>
          <a:bodyPr wrap="square" lIns="0" tIns="0" rIns="0" bIns="0" rtlCol="0" anchor="ctr"/>
          <a:lstStyle/>
          <a:p>
            <a:pPr>
              <a:lnSpc>
                <a:spcPct val="14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Physical </a:t>
            </a:r>
            <a:r>
              <a:rPr lang="en-US" sz="1029" b="1" dirty="0">
                <a:solidFill>
                  <a:srgbClr val="1F2937"/>
                </a:solidFill>
                <a:latin typeface="Times New Roman" panose="02020603050405020304" pitchFamily="18" charset="0"/>
                <a:ea typeface="Sorts Mill Goudy" pitchFamily="34" charset="-122"/>
                <a:cs typeface="Times New Roman" panose="02020603050405020304" pitchFamily="18" charset="0"/>
              </a:rPr>
              <a:t>input pull-up switches</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 allow manual toggling. The ESP32 detects state changes through interrupt-based monitoring and updates the system accordingly. Manual overrides are immediately synchronized with the IoT platform.</a:t>
            </a:r>
            <a:endParaRPr lang="en-US" sz="1600" dirty="0">
              <a:latin typeface="Times New Roman" panose="02020603050405020304" pitchFamily="18" charset="0"/>
              <a:cs typeface="Times New Roman" panose="02020603050405020304" pitchFamily="18" charset="0"/>
            </a:endParaRPr>
          </a:p>
        </p:txBody>
      </p:sp>
      <p:sp>
        <p:nvSpPr>
          <p:cNvPr id="19" name="Shape 18">
            <a:extLst>
              <a:ext uri="{FF2B5EF4-FFF2-40B4-BE49-F238E27FC236}">
                <a16:creationId xmlns:a16="http://schemas.microsoft.com/office/drawing/2014/main" id="{20AC74B1-F998-8B13-AC11-D003BFC0C58F}"/>
              </a:ext>
            </a:extLst>
          </p:cNvPr>
          <p:cNvSpPr/>
          <p:nvPr/>
        </p:nvSpPr>
        <p:spPr>
          <a:xfrm>
            <a:off x="343206" y="4912757"/>
            <a:ext cx="5654735" cy="1078649"/>
          </a:xfrm>
          <a:custGeom>
            <a:avLst/>
            <a:gdLst/>
            <a:ahLst/>
            <a:cxnLst/>
            <a:rect l="l" t="t" r="r" b="b"/>
            <a:pathLst>
              <a:path w="5654735" h="1078649">
                <a:moveTo>
                  <a:pt x="0" y="0"/>
                </a:moveTo>
                <a:lnTo>
                  <a:pt x="5654735" y="0"/>
                </a:lnTo>
                <a:lnTo>
                  <a:pt x="5654735" y="1078649"/>
                </a:lnTo>
                <a:lnTo>
                  <a:pt x="0" y="1078649"/>
                </a:lnTo>
                <a:lnTo>
                  <a:pt x="0" y="0"/>
                </a:lnTo>
                <a:close/>
              </a:path>
            </a:pathLst>
          </a:custGeom>
          <a:solidFill>
            <a:srgbClr val="F9FAFB"/>
          </a:solidFill>
          <a:ln/>
        </p:spPr>
      </p:sp>
      <p:sp>
        <p:nvSpPr>
          <p:cNvPr id="20" name="Shape 19">
            <a:extLst>
              <a:ext uri="{FF2B5EF4-FFF2-40B4-BE49-F238E27FC236}">
                <a16:creationId xmlns:a16="http://schemas.microsoft.com/office/drawing/2014/main" id="{373E3AE9-CB6A-5AFF-A5A1-1D900E431BE8}"/>
              </a:ext>
            </a:extLst>
          </p:cNvPr>
          <p:cNvSpPr/>
          <p:nvPr/>
        </p:nvSpPr>
        <p:spPr>
          <a:xfrm>
            <a:off x="343206" y="4912757"/>
            <a:ext cx="32686" cy="1078649"/>
          </a:xfrm>
          <a:custGeom>
            <a:avLst/>
            <a:gdLst/>
            <a:ahLst/>
            <a:cxnLst/>
            <a:rect l="l" t="t" r="r" b="b"/>
            <a:pathLst>
              <a:path w="32686" h="1078649">
                <a:moveTo>
                  <a:pt x="0" y="0"/>
                </a:moveTo>
                <a:lnTo>
                  <a:pt x="32686" y="0"/>
                </a:lnTo>
                <a:lnTo>
                  <a:pt x="32686" y="1078649"/>
                </a:lnTo>
                <a:lnTo>
                  <a:pt x="0" y="1078649"/>
                </a:lnTo>
                <a:lnTo>
                  <a:pt x="0" y="0"/>
                </a:lnTo>
                <a:close/>
              </a:path>
            </a:pathLst>
          </a:custGeom>
          <a:solidFill>
            <a:srgbClr val="FFC000"/>
          </a:solidFill>
          <a:ln/>
        </p:spPr>
      </p:sp>
      <p:sp>
        <p:nvSpPr>
          <p:cNvPr id="21" name="Text 20">
            <a:extLst>
              <a:ext uri="{FF2B5EF4-FFF2-40B4-BE49-F238E27FC236}">
                <a16:creationId xmlns:a16="http://schemas.microsoft.com/office/drawing/2014/main" id="{072F0258-4505-7DEE-C9F2-8E073974321B}"/>
              </a:ext>
            </a:extLst>
          </p:cNvPr>
          <p:cNvSpPr/>
          <p:nvPr/>
        </p:nvSpPr>
        <p:spPr>
          <a:xfrm>
            <a:off x="522981" y="5076188"/>
            <a:ext cx="5393244" cy="228804"/>
          </a:xfrm>
          <a:prstGeom prst="rect">
            <a:avLst/>
          </a:prstGeom>
          <a:noFill/>
          <a:ln/>
        </p:spPr>
        <p:txBody>
          <a:bodyPr wrap="square" lIns="0" tIns="0" rIns="0" bIns="0" rtlCol="0" anchor="ctr"/>
          <a:lstStyle/>
          <a:p>
            <a:pPr>
              <a:lnSpc>
                <a:spcPct val="120000"/>
              </a:lnSpc>
            </a:pPr>
            <a:r>
              <a:rPr lang="en-US" sz="1287" b="1" dirty="0">
                <a:solidFill>
                  <a:srgbClr val="1F2937"/>
                </a:solidFill>
                <a:latin typeface="Times New Roman" panose="02020603050405020304" pitchFamily="18" charset="0"/>
                <a:ea typeface="Sorts Mill Goudy" pitchFamily="34" charset="-122"/>
                <a:cs typeface="Times New Roman" panose="02020603050405020304" pitchFamily="18" charset="0"/>
              </a:rPr>
              <a:t>IoT Synchronization</a:t>
            </a:r>
            <a:endParaRPr lang="en-US" sz="1600" dirty="0">
              <a:latin typeface="Times New Roman" panose="02020603050405020304" pitchFamily="18" charset="0"/>
              <a:cs typeface="Times New Roman" panose="02020603050405020304" pitchFamily="18" charset="0"/>
            </a:endParaRPr>
          </a:p>
        </p:txBody>
      </p:sp>
      <p:sp>
        <p:nvSpPr>
          <p:cNvPr id="22" name="Text 21">
            <a:extLst>
              <a:ext uri="{FF2B5EF4-FFF2-40B4-BE49-F238E27FC236}">
                <a16:creationId xmlns:a16="http://schemas.microsoft.com/office/drawing/2014/main" id="{88D8C38E-4D24-A26F-580B-B26F91E77976}"/>
              </a:ext>
            </a:extLst>
          </p:cNvPr>
          <p:cNvSpPr/>
          <p:nvPr/>
        </p:nvSpPr>
        <p:spPr>
          <a:xfrm>
            <a:off x="522981" y="5403051"/>
            <a:ext cx="5376901" cy="424922"/>
          </a:xfrm>
          <a:prstGeom prst="rect">
            <a:avLst/>
          </a:prstGeom>
          <a:noFill/>
          <a:ln/>
        </p:spPr>
        <p:txBody>
          <a:bodyPr wrap="square" lIns="0" tIns="0" rIns="0" bIns="0" rtlCol="0" anchor="ctr"/>
          <a:lstStyle/>
          <a:p>
            <a:pPr>
              <a:lnSpc>
                <a:spcPct val="140000"/>
              </a:lnSpc>
            </a:pP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Every state change is synced to the </a:t>
            </a:r>
            <a:r>
              <a:rPr lang="en-US" sz="1029" b="1" dirty="0">
                <a:solidFill>
                  <a:srgbClr val="1F2937"/>
                </a:solidFill>
                <a:latin typeface="Times New Roman" panose="02020603050405020304" pitchFamily="18" charset="0"/>
                <a:ea typeface="Sorts Mill Goudy" pitchFamily="34" charset="-122"/>
                <a:cs typeface="Times New Roman" panose="02020603050405020304" pitchFamily="18" charset="0"/>
              </a:rPr>
              <a:t>Blynk app</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 for remote viewing. Virtual pins V1 and V2 represent Light 1 and Light 2 states respectively, enabling real-time monitoring from anywhere.</a:t>
            </a:r>
            <a:endParaRPr lang="en-US" sz="1600" dirty="0">
              <a:latin typeface="Times New Roman" panose="02020603050405020304" pitchFamily="18" charset="0"/>
              <a:cs typeface="Times New Roman" panose="02020603050405020304" pitchFamily="18" charset="0"/>
            </a:endParaRPr>
          </a:p>
        </p:txBody>
      </p:sp>
      <p:sp>
        <p:nvSpPr>
          <p:cNvPr id="23" name="Shape 22">
            <a:extLst>
              <a:ext uri="{FF2B5EF4-FFF2-40B4-BE49-F238E27FC236}">
                <a16:creationId xmlns:a16="http://schemas.microsoft.com/office/drawing/2014/main" id="{4D2199F5-0906-00ED-6334-C38CAE9FC226}"/>
              </a:ext>
            </a:extLst>
          </p:cNvPr>
          <p:cNvSpPr/>
          <p:nvPr/>
        </p:nvSpPr>
        <p:spPr>
          <a:xfrm>
            <a:off x="6146207" y="1045962"/>
            <a:ext cx="5656369" cy="3170574"/>
          </a:xfrm>
          <a:custGeom>
            <a:avLst/>
            <a:gdLst/>
            <a:ahLst/>
            <a:cxnLst/>
            <a:rect l="l" t="t" r="r" b="b"/>
            <a:pathLst>
              <a:path w="5656369" h="3170574">
                <a:moveTo>
                  <a:pt x="0" y="0"/>
                </a:moveTo>
                <a:lnTo>
                  <a:pt x="5656369" y="0"/>
                </a:lnTo>
                <a:lnTo>
                  <a:pt x="5656369" y="3170574"/>
                </a:lnTo>
                <a:lnTo>
                  <a:pt x="0" y="3170574"/>
                </a:lnTo>
                <a:lnTo>
                  <a:pt x="0" y="0"/>
                </a:lnTo>
                <a:close/>
              </a:path>
            </a:pathLst>
          </a:custGeom>
          <a:solidFill>
            <a:srgbClr val="F9FAFB"/>
          </a:solidFill>
          <a:ln/>
        </p:spPr>
        <p:txBody>
          <a:bodyPr/>
          <a:lstStyle/>
          <a:p>
            <a:endParaRPr lang="en-IN" dirty="0">
              <a:latin typeface="Times New Roman" panose="02020603050405020304" pitchFamily="18" charset="0"/>
              <a:cs typeface="Times New Roman" panose="02020603050405020304" pitchFamily="18" charset="0"/>
            </a:endParaRPr>
          </a:p>
        </p:txBody>
      </p:sp>
      <p:sp>
        <p:nvSpPr>
          <p:cNvPr id="24" name="Shape 23">
            <a:extLst>
              <a:ext uri="{FF2B5EF4-FFF2-40B4-BE49-F238E27FC236}">
                <a16:creationId xmlns:a16="http://schemas.microsoft.com/office/drawing/2014/main" id="{AC9FC1EA-18F0-F24F-5068-B190BE051C3E}"/>
              </a:ext>
            </a:extLst>
          </p:cNvPr>
          <p:cNvSpPr/>
          <p:nvPr/>
        </p:nvSpPr>
        <p:spPr>
          <a:xfrm>
            <a:off x="6202026" y="1045962"/>
            <a:ext cx="19612" cy="3170574"/>
          </a:xfrm>
          <a:custGeom>
            <a:avLst/>
            <a:gdLst/>
            <a:ahLst/>
            <a:cxnLst/>
            <a:rect l="l" t="t" r="r" b="b"/>
            <a:pathLst>
              <a:path w="19612" h="3170574">
                <a:moveTo>
                  <a:pt x="0" y="0"/>
                </a:moveTo>
                <a:lnTo>
                  <a:pt x="19612" y="0"/>
                </a:lnTo>
                <a:lnTo>
                  <a:pt x="19612" y="3170574"/>
                </a:lnTo>
                <a:lnTo>
                  <a:pt x="0" y="3170574"/>
                </a:lnTo>
                <a:lnTo>
                  <a:pt x="0" y="0"/>
                </a:lnTo>
                <a:close/>
              </a:path>
            </a:pathLst>
          </a:custGeom>
          <a:solidFill>
            <a:srgbClr val="0070C0"/>
          </a:solidFill>
          <a:ln/>
        </p:spPr>
      </p:sp>
      <p:sp>
        <p:nvSpPr>
          <p:cNvPr id="25" name="Shape 24">
            <a:extLst>
              <a:ext uri="{FF2B5EF4-FFF2-40B4-BE49-F238E27FC236}">
                <a16:creationId xmlns:a16="http://schemas.microsoft.com/office/drawing/2014/main" id="{8DF083FF-5EE9-8F7B-FD5E-6E15C0AEFDE6}"/>
              </a:ext>
            </a:extLst>
          </p:cNvPr>
          <p:cNvSpPr/>
          <p:nvPr/>
        </p:nvSpPr>
        <p:spPr>
          <a:xfrm>
            <a:off x="6383435" y="1229005"/>
            <a:ext cx="147088" cy="130745"/>
          </a:xfrm>
          <a:custGeom>
            <a:avLst/>
            <a:gdLst/>
            <a:ahLst/>
            <a:cxnLst/>
            <a:rect l="l" t="t" r="r" b="b"/>
            <a:pathLst>
              <a:path w="147088" h="130745">
                <a:moveTo>
                  <a:pt x="92135" y="306"/>
                </a:moveTo>
                <a:cubicBezTo>
                  <a:pt x="87793" y="-945"/>
                  <a:pt x="83274" y="1583"/>
                  <a:pt x="82022" y="5924"/>
                </a:cubicBezTo>
                <a:lnTo>
                  <a:pt x="49336" y="120327"/>
                </a:lnTo>
                <a:cubicBezTo>
                  <a:pt x="48085" y="124668"/>
                  <a:pt x="50613" y="129188"/>
                  <a:pt x="54954" y="130439"/>
                </a:cubicBezTo>
                <a:cubicBezTo>
                  <a:pt x="59295" y="131690"/>
                  <a:pt x="63815" y="129162"/>
                  <a:pt x="65066" y="124821"/>
                </a:cubicBezTo>
                <a:lnTo>
                  <a:pt x="97753" y="10419"/>
                </a:lnTo>
                <a:cubicBezTo>
                  <a:pt x="99004" y="6078"/>
                  <a:pt x="96476" y="1558"/>
                  <a:pt x="92135" y="306"/>
                </a:cubicBezTo>
                <a:close/>
                <a:moveTo>
                  <a:pt x="108631" y="35061"/>
                </a:moveTo>
                <a:cubicBezTo>
                  <a:pt x="105439" y="38253"/>
                  <a:pt x="105439" y="43437"/>
                  <a:pt x="108631" y="46629"/>
                </a:cubicBezTo>
                <a:lnTo>
                  <a:pt x="127375" y="65373"/>
                </a:lnTo>
                <a:lnTo>
                  <a:pt x="108631" y="84116"/>
                </a:lnTo>
                <a:cubicBezTo>
                  <a:pt x="105439" y="87308"/>
                  <a:pt x="105439" y="92492"/>
                  <a:pt x="108631" y="95684"/>
                </a:cubicBezTo>
                <a:cubicBezTo>
                  <a:pt x="111823" y="98876"/>
                  <a:pt x="117007" y="98876"/>
                  <a:pt x="120199" y="95684"/>
                </a:cubicBezTo>
                <a:lnTo>
                  <a:pt x="144714" y="71169"/>
                </a:lnTo>
                <a:cubicBezTo>
                  <a:pt x="147906" y="67977"/>
                  <a:pt x="147906" y="62793"/>
                  <a:pt x="144714" y="59601"/>
                </a:cubicBezTo>
                <a:lnTo>
                  <a:pt x="120199" y="35087"/>
                </a:lnTo>
                <a:cubicBezTo>
                  <a:pt x="117007" y="31895"/>
                  <a:pt x="111823" y="31895"/>
                  <a:pt x="108631" y="35087"/>
                </a:cubicBezTo>
                <a:close/>
                <a:moveTo>
                  <a:pt x="38483" y="35061"/>
                </a:moveTo>
                <a:cubicBezTo>
                  <a:pt x="35291" y="31869"/>
                  <a:pt x="30107" y="31869"/>
                  <a:pt x="26915" y="35061"/>
                </a:cubicBezTo>
                <a:lnTo>
                  <a:pt x="2400" y="59576"/>
                </a:lnTo>
                <a:cubicBezTo>
                  <a:pt x="-792" y="62768"/>
                  <a:pt x="-792" y="67952"/>
                  <a:pt x="2400" y="71144"/>
                </a:cubicBezTo>
                <a:lnTo>
                  <a:pt x="26915" y="95659"/>
                </a:lnTo>
                <a:cubicBezTo>
                  <a:pt x="30107" y="98851"/>
                  <a:pt x="35291" y="98851"/>
                  <a:pt x="38483" y="95659"/>
                </a:cubicBezTo>
                <a:cubicBezTo>
                  <a:pt x="41675" y="92467"/>
                  <a:pt x="41675" y="87283"/>
                  <a:pt x="38483" y="84091"/>
                </a:cubicBezTo>
                <a:lnTo>
                  <a:pt x="19739" y="65373"/>
                </a:lnTo>
                <a:lnTo>
                  <a:pt x="38458" y="46629"/>
                </a:lnTo>
                <a:cubicBezTo>
                  <a:pt x="41650" y="43437"/>
                  <a:pt x="41650" y="38253"/>
                  <a:pt x="38458" y="35061"/>
                </a:cubicBezTo>
                <a:close/>
              </a:path>
            </a:pathLst>
          </a:custGeom>
          <a:solidFill>
            <a:srgbClr val="00B050"/>
          </a:solidFill>
          <a:ln/>
        </p:spPr>
      </p:sp>
      <p:sp>
        <p:nvSpPr>
          <p:cNvPr id="26" name="Text 25">
            <a:extLst>
              <a:ext uri="{FF2B5EF4-FFF2-40B4-BE49-F238E27FC236}">
                <a16:creationId xmlns:a16="http://schemas.microsoft.com/office/drawing/2014/main" id="{353D44B7-CC5C-7C47-EFC9-30F309833302}"/>
              </a:ext>
            </a:extLst>
          </p:cNvPr>
          <p:cNvSpPr/>
          <p:nvPr/>
        </p:nvSpPr>
        <p:spPr>
          <a:xfrm>
            <a:off x="6580758" y="1209394"/>
            <a:ext cx="5179578" cy="196118"/>
          </a:xfrm>
          <a:prstGeom prst="rect">
            <a:avLst/>
          </a:prstGeom>
          <a:noFill/>
          <a:ln/>
        </p:spPr>
        <p:txBody>
          <a:bodyPr wrap="square" lIns="0" tIns="0" rIns="0" bIns="0" rtlCol="0" anchor="ctr"/>
          <a:lstStyle/>
          <a:p>
            <a:pPr>
              <a:lnSpc>
                <a:spcPct val="130000"/>
              </a:lnSpc>
            </a:pPr>
            <a:r>
              <a:rPr lang="en-US" sz="1029" b="1" dirty="0">
                <a:solidFill>
                  <a:srgbClr val="00B050"/>
                </a:solidFill>
                <a:latin typeface="Times New Roman" panose="02020603050405020304" pitchFamily="18" charset="0"/>
                <a:ea typeface="MiSans" pitchFamily="34" charset="-122"/>
                <a:cs typeface="Times New Roman" panose="02020603050405020304" pitchFamily="18" charset="0"/>
              </a:rPr>
              <a:t>Implementation Code - Light Toggle Function</a:t>
            </a:r>
            <a:endParaRPr lang="en-US" sz="1600" dirty="0">
              <a:solidFill>
                <a:srgbClr val="00B050"/>
              </a:solidFill>
              <a:latin typeface="Times New Roman" panose="02020603050405020304" pitchFamily="18" charset="0"/>
              <a:cs typeface="Times New Roman" panose="02020603050405020304" pitchFamily="18" charset="0"/>
            </a:endParaRPr>
          </a:p>
        </p:txBody>
      </p:sp>
      <p:sp>
        <p:nvSpPr>
          <p:cNvPr id="27" name="Shape 44">
            <a:extLst>
              <a:ext uri="{FF2B5EF4-FFF2-40B4-BE49-F238E27FC236}">
                <a16:creationId xmlns:a16="http://schemas.microsoft.com/office/drawing/2014/main" id="{62A39F5C-0719-2501-440E-B11E6B001E75}"/>
              </a:ext>
            </a:extLst>
          </p:cNvPr>
          <p:cNvSpPr/>
          <p:nvPr/>
        </p:nvSpPr>
        <p:spPr>
          <a:xfrm>
            <a:off x="6202026" y="5151774"/>
            <a:ext cx="5661272" cy="660264"/>
          </a:xfrm>
          <a:custGeom>
            <a:avLst/>
            <a:gdLst/>
            <a:ahLst/>
            <a:cxnLst/>
            <a:rect l="l" t="t" r="r" b="b"/>
            <a:pathLst>
              <a:path w="5661272" h="660264">
                <a:moveTo>
                  <a:pt x="0" y="0"/>
                </a:moveTo>
                <a:lnTo>
                  <a:pt x="5661272" y="0"/>
                </a:lnTo>
                <a:lnTo>
                  <a:pt x="5661272" y="660264"/>
                </a:lnTo>
                <a:lnTo>
                  <a:pt x="0" y="660264"/>
                </a:lnTo>
                <a:lnTo>
                  <a:pt x="0" y="0"/>
                </a:lnTo>
                <a:close/>
              </a:path>
            </a:pathLst>
          </a:custGeom>
          <a:solidFill>
            <a:srgbClr val="8B0000">
              <a:alpha val="5098"/>
            </a:srgbClr>
          </a:solidFill>
          <a:ln w="10160">
            <a:solidFill>
              <a:srgbClr val="8B0000">
                <a:alpha val="20000"/>
              </a:srgbClr>
            </a:solidFill>
            <a:prstDash val="solid"/>
          </a:ln>
        </p:spPr>
      </p:sp>
      <p:sp>
        <p:nvSpPr>
          <p:cNvPr id="28" name="Shape 45">
            <a:extLst>
              <a:ext uri="{FF2B5EF4-FFF2-40B4-BE49-F238E27FC236}">
                <a16:creationId xmlns:a16="http://schemas.microsoft.com/office/drawing/2014/main" id="{3A28A9E3-63EF-6220-CA18-D5E58FE109F5}"/>
              </a:ext>
            </a:extLst>
          </p:cNvPr>
          <p:cNvSpPr/>
          <p:nvPr/>
        </p:nvSpPr>
        <p:spPr>
          <a:xfrm>
            <a:off x="6413472" y="5337678"/>
            <a:ext cx="130745" cy="130745"/>
          </a:xfrm>
          <a:custGeom>
            <a:avLst/>
            <a:gdLst/>
            <a:ahLst/>
            <a:cxnLst/>
            <a:rect l="l" t="t" r="r" b="b"/>
            <a:pathLst>
              <a:path w="130745" h="130745">
                <a:moveTo>
                  <a:pt x="65373" y="130745"/>
                </a:moveTo>
                <a:cubicBezTo>
                  <a:pt x="101453" y="130745"/>
                  <a:pt x="130745" y="101453"/>
                  <a:pt x="130745" y="65373"/>
                </a:cubicBezTo>
                <a:cubicBezTo>
                  <a:pt x="130745" y="29293"/>
                  <a:pt x="101453" y="0"/>
                  <a:pt x="65373" y="0"/>
                </a:cubicBezTo>
                <a:cubicBezTo>
                  <a:pt x="29293" y="0"/>
                  <a:pt x="0" y="29293"/>
                  <a:pt x="0" y="65373"/>
                </a:cubicBezTo>
                <a:cubicBezTo>
                  <a:pt x="0" y="101453"/>
                  <a:pt x="29293" y="130745"/>
                  <a:pt x="65373" y="130745"/>
                </a:cubicBezTo>
                <a:close/>
                <a:moveTo>
                  <a:pt x="57201" y="40858"/>
                </a:moveTo>
                <a:cubicBezTo>
                  <a:pt x="57201" y="36348"/>
                  <a:pt x="60863" y="32686"/>
                  <a:pt x="65373" y="32686"/>
                </a:cubicBezTo>
                <a:cubicBezTo>
                  <a:pt x="69883" y="32686"/>
                  <a:pt x="73544" y="36348"/>
                  <a:pt x="73544" y="40858"/>
                </a:cubicBezTo>
                <a:cubicBezTo>
                  <a:pt x="73544" y="45368"/>
                  <a:pt x="69883" y="49029"/>
                  <a:pt x="65373" y="49029"/>
                </a:cubicBezTo>
                <a:cubicBezTo>
                  <a:pt x="60863" y="49029"/>
                  <a:pt x="57201" y="45368"/>
                  <a:pt x="57201" y="40858"/>
                </a:cubicBezTo>
                <a:close/>
                <a:moveTo>
                  <a:pt x="55158" y="57201"/>
                </a:moveTo>
                <a:lnTo>
                  <a:pt x="67416" y="57201"/>
                </a:lnTo>
                <a:cubicBezTo>
                  <a:pt x="70812" y="57201"/>
                  <a:pt x="73544" y="59933"/>
                  <a:pt x="73544" y="63330"/>
                </a:cubicBezTo>
                <a:lnTo>
                  <a:pt x="73544" y="85802"/>
                </a:lnTo>
                <a:lnTo>
                  <a:pt x="75587" y="85802"/>
                </a:lnTo>
                <a:cubicBezTo>
                  <a:pt x="78983" y="85802"/>
                  <a:pt x="81716" y="88534"/>
                  <a:pt x="81716" y="91930"/>
                </a:cubicBezTo>
                <a:cubicBezTo>
                  <a:pt x="81716" y="95327"/>
                  <a:pt x="78983" y="98059"/>
                  <a:pt x="75587" y="98059"/>
                </a:cubicBezTo>
                <a:lnTo>
                  <a:pt x="55158" y="98059"/>
                </a:lnTo>
                <a:cubicBezTo>
                  <a:pt x="51762" y="98059"/>
                  <a:pt x="49029" y="95327"/>
                  <a:pt x="49029" y="91930"/>
                </a:cubicBezTo>
                <a:cubicBezTo>
                  <a:pt x="49029" y="88534"/>
                  <a:pt x="51762" y="85802"/>
                  <a:pt x="55158" y="85802"/>
                </a:cubicBezTo>
                <a:lnTo>
                  <a:pt x="61287" y="85802"/>
                </a:lnTo>
                <a:lnTo>
                  <a:pt x="61287" y="69458"/>
                </a:lnTo>
                <a:lnTo>
                  <a:pt x="55158" y="69458"/>
                </a:lnTo>
                <a:cubicBezTo>
                  <a:pt x="51762" y="69458"/>
                  <a:pt x="49029" y="66726"/>
                  <a:pt x="49029" y="63330"/>
                </a:cubicBezTo>
                <a:cubicBezTo>
                  <a:pt x="49029" y="59933"/>
                  <a:pt x="51762" y="57201"/>
                  <a:pt x="55158" y="57201"/>
                </a:cubicBezTo>
                <a:close/>
              </a:path>
            </a:pathLst>
          </a:custGeom>
          <a:solidFill>
            <a:srgbClr val="8B0000"/>
          </a:solidFill>
          <a:ln/>
        </p:spPr>
      </p:sp>
      <p:sp>
        <p:nvSpPr>
          <p:cNvPr id="29" name="Text 46">
            <a:extLst>
              <a:ext uri="{FF2B5EF4-FFF2-40B4-BE49-F238E27FC236}">
                <a16:creationId xmlns:a16="http://schemas.microsoft.com/office/drawing/2014/main" id="{CCDCFD7A-64A1-DB8E-C84F-A7FBD45E807F}"/>
              </a:ext>
            </a:extLst>
          </p:cNvPr>
          <p:cNvSpPr/>
          <p:nvPr/>
        </p:nvSpPr>
        <p:spPr>
          <a:xfrm>
            <a:off x="6602624" y="5324603"/>
            <a:ext cx="5253122" cy="392236"/>
          </a:xfrm>
          <a:prstGeom prst="rect">
            <a:avLst/>
          </a:prstGeom>
          <a:noFill/>
          <a:ln/>
        </p:spPr>
        <p:txBody>
          <a:bodyPr wrap="square" lIns="0" tIns="0" rIns="0" bIns="0" rtlCol="0" anchor="ctr"/>
          <a:lstStyle/>
          <a:p>
            <a:pPr>
              <a:lnSpc>
                <a:spcPct val="130000"/>
              </a:lnSpc>
            </a:pPr>
            <a:r>
              <a:rPr lang="en-US" sz="1029" b="1" dirty="0">
                <a:solidFill>
                  <a:srgbClr val="1F2937"/>
                </a:solidFill>
                <a:latin typeface="Times New Roman" panose="02020603050405020304" pitchFamily="18" charset="0"/>
                <a:ea typeface="Sorts Mill Goudy" pitchFamily="34" charset="-122"/>
                <a:cs typeface="Times New Roman" panose="02020603050405020304" pitchFamily="18" charset="0"/>
              </a:rPr>
              <a:t>Key Feature:</a:t>
            </a:r>
            <a:r>
              <a:rPr lang="en-US" sz="1029" dirty="0">
                <a:solidFill>
                  <a:srgbClr val="1F2937"/>
                </a:solidFill>
                <a:latin typeface="Times New Roman" panose="02020603050405020304" pitchFamily="18" charset="0"/>
                <a:ea typeface="Sorts Mill Goudy" pitchFamily="34" charset="-122"/>
                <a:cs typeface="Times New Roman" panose="02020603050405020304" pitchFamily="18" charset="0"/>
              </a:rPr>
              <a:t> Persistent memory using ESP32 Preferences library ensures lights maintain their state even after power cycles.</a:t>
            </a:r>
            <a:endParaRPr lang="en-US" sz="16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65E2FAC4-7359-290E-A493-D3077731893E}"/>
              </a:ext>
            </a:extLst>
          </p:cNvPr>
          <p:cNvSpPr txBox="1"/>
          <p:nvPr/>
        </p:nvSpPr>
        <p:spPr>
          <a:xfrm>
            <a:off x="6409261" y="1435009"/>
            <a:ext cx="3768980" cy="2839239"/>
          </a:xfrm>
          <a:prstGeom prst="rect">
            <a:avLst/>
          </a:prstGeom>
          <a:noFill/>
        </p:spPr>
        <p:txBody>
          <a:bodyPr wrap="none" rtlCol="0">
            <a:spAutoFit/>
          </a:bodyPr>
          <a:lstStyle/>
          <a:p>
            <a:r>
              <a:rPr lang="en-IN" sz="1050" dirty="0">
                <a:latin typeface="Times New Roman" panose="02020603050405020304" pitchFamily="18" charset="0"/>
                <a:cs typeface="Times New Roman" panose="02020603050405020304" pitchFamily="18" charset="0"/>
              </a:rPr>
              <a:t>if (</a:t>
            </a:r>
            <a:r>
              <a:rPr lang="en-IN" sz="1050" dirty="0" err="1">
                <a:latin typeface="Times New Roman" panose="02020603050405020304" pitchFamily="18" charset="0"/>
                <a:cs typeface="Times New Roman" panose="02020603050405020304" pitchFamily="18" charset="0"/>
              </a:rPr>
              <a:t>inputBuffer</a:t>
            </a:r>
            <a:r>
              <a:rPr lang="en-IN" sz="1050" dirty="0">
                <a:latin typeface="Times New Roman" panose="02020603050405020304" pitchFamily="18" charset="0"/>
                <a:cs typeface="Times New Roman" panose="02020603050405020304" pitchFamily="18" charset="0"/>
              </a:rPr>
              <a:t> == "L1") {</a:t>
            </a:r>
          </a:p>
          <a:p>
            <a:r>
              <a:rPr lang="en-IN" sz="1050" dirty="0">
                <a:latin typeface="Times New Roman" panose="02020603050405020304" pitchFamily="18" charset="0"/>
                <a:cs typeface="Times New Roman" panose="02020603050405020304" pitchFamily="18" charset="0"/>
              </a:rPr>
              <a:t>l1State = !l1State;</a:t>
            </a:r>
          </a:p>
          <a:p>
            <a:endParaRPr lang="en-IN" sz="1050" dirty="0">
              <a:latin typeface="Times New Roman" panose="02020603050405020304" pitchFamily="18" charset="0"/>
              <a:cs typeface="Times New Roman" panose="02020603050405020304" pitchFamily="18" charset="0"/>
            </a:endParaRPr>
          </a:p>
          <a:p>
            <a:r>
              <a:rPr lang="en-IN" sz="1050" dirty="0">
                <a:latin typeface="Times New Roman" panose="02020603050405020304" pitchFamily="18" charset="0"/>
                <a:cs typeface="Times New Roman" panose="02020603050405020304" pitchFamily="18" charset="0"/>
              </a:rPr>
              <a:t>digitalWrite(RELAY_L1, l1State ? RELAY_ON : RELAY_OFF);</a:t>
            </a:r>
          </a:p>
          <a:p>
            <a:r>
              <a:rPr lang="en-IN" sz="1050" dirty="0" err="1">
                <a:latin typeface="Times New Roman" panose="02020603050405020304" pitchFamily="18" charset="0"/>
                <a:cs typeface="Times New Roman" panose="02020603050405020304" pitchFamily="18" charset="0"/>
              </a:rPr>
              <a:t>preferences.putBool</a:t>
            </a:r>
            <a:r>
              <a:rPr lang="en-IN" sz="1050" dirty="0">
                <a:latin typeface="Times New Roman" panose="02020603050405020304" pitchFamily="18" charset="0"/>
                <a:cs typeface="Times New Roman" panose="02020603050405020304" pitchFamily="18" charset="0"/>
              </a:rPr>
              <a:t>("l1", l1State);</a:t>
            </a:r>
          </a:p>
          <a:p>
            <a:r>
              <a:rPr lang="en-IN" sz="1050" dirty="0">
                <a:latin typeface="Times New Roman" panose="02020603050405020304" pitchFamily="18" charset="0"/>
                <a:cs typeface="Times New Roman" panose="02020603050405020304" pitchFamily="18" charset="0"/>
              </a:rPr>
              <a:t>if(</a:t>
            </a:r>
            <a:r>
              <a:rPr lang="en-IN" sz="1050" dirty="0" err="1">
                <a:latin typeface="Times New Roman" panose="02020603050405020304" pitchFamily="18" charset="0"/>
                <a:cs typeface="Times New Roman" panose="02020603050405020304" pitchFamily="18" charset="0"/>
              </a:rPr>
              <a:t>Blynk.connected</a:t>
            </a:r>
            <a:r>
              <a:rPr lang="en-IN" sz="1050" dirty="0">
                <a:latin typeface="Times New Roman" panose="02020603050405020304" pitchFamily="18" charset="0"/>
                <a:cs typeface="Times New Roman" panose="02020603050405020304" pitchFamily="18" charset="0"/>
              </a:rPr>
              <a:t>()) </a:t>
            </a:r>
            <a:r>
              <a:rPr lang="en-IN" sz="1050" dirty="0" err="1">
                <a:latin typeface="Times New Roman" panose="02020603050405020304" pitchFamily="18" charset="0"/>
                <a:cs typeface="Times New Roman" panose="02020603050405020304" pitchFamily="18" charset="0"/>
              </a:rPr>
              <a:t>Blynk.virtualWrite</a:t>
            </a:r>
            <a:r>
              <a:rPr lang="en-IN" sz="1050" dirty="0">
                <a:latin typeface="Times New Roman" panose="02020603050405020304" pitchFamily="18" charset="0"/>
                <a:cs typeface="Times New Roman" panose="02020603050405020304" pitchFamily="18" charset="0"/>
              </a:rPr>
              <a:t>(V1, l1State);</a:t>
            </a:r>
          </a:p>
          <a:p>
            <a:r>
              <a:rPr lang="en-IN" sz="1050" dirty="0">
                <a:latin typeface="Times New Roman" panose="02020603050405020304" pitchFamily="18" charset="0"/>
                <a:cs typeface="Times New Roman" panose="02020603050405020304" pitchFamily="18" charset="0"/>
              </a:rPr>
              <a:t>response = 'S';</a:t>
            </a:r>
          </a:p>
          <a:p>
            <a:r>
              <a:rPr lang="en-IN" sz="1050" dirty="0" err="1">
                <a:latin typeface="Times New Roman" panose="02020603050405020304" pitchFamily="18" charset="0"/>
                <a:cs typeface="Times New Roman" panose="02020603050405020304" pitchFamily="18" charset="0"/>
              </a:rPr>
              <a:t>statusChanged</a:t>
            </a:r>
            <a:r>
              <a:rPr lang="en-IN" sz="1050" dirty="0">
                <a:latin typeface="Times New Roman" panose="02020603050405020304" pitchFamily="18" charset="0"/>
                <a:cs typeface="Times New Roman" panose="02020603050405020304" pitchFamily="18" charset="0"/>
              </a:rPr>
              <a:t> = true;</a:t>
            </a:r>
          </a:p>
          <a:p>
            <a:r>
              <a:rPr lang="en-IN" sz="1050" dirty="0">
                <a:latin typeface="Times New Roman" panose="02020603050405020304" pitchFamily="18" charset="0"/>
                <a:cs typeface="Times New Roman" panose="02020603050405020304" pitchFamily="18" charset="0"/>
              </a:rPr>
              <a:t>}</a:t>
            </a:r>
          </a:p>
          <a:p>
            <a:r>
              <a:rPr lang="en-IN" sz="1050" dirty="0">
                <a:latin typeface="Times New Roman" panose="02020603050405020304" pitchFamily="18" charset="0"/>
                <a:cs typeface="Times New Roman" panose="02020603050405020304" pitchFamily="18" charset="0"/>
              </a:rPr>
              <a:t>else if (</a:t>
            </a:r>
            <a:r>
              <a:rPr lang="en-IN" sz="1050" dirty="0" err="1">
                <a:latin typeface="Times New Roman" panose="02020603050405020304" pitchFamily="18" charset="0"/>
                <a:cs typeface="Times New Roman" panose="02020603050405020304" pitchFamily="18" charset="0"/>
              </a:rPr>
              <a:t>inputBuffer</a:t>
            </a:r>
            <a:r>
              <a:rPr lang="en-IN" sz="1050" dirty="0">
                <a:latin typeface="Times New Roman" panose="02020603050405020304" pitchFamily="18" charset="0"/>
                <a:cs typeface="Times New Roman" panose="02020603050405020304" pitchFamily="18" charset="0"/>
              </a:rPr>
              <a:t> == "L2") {</a:t>
            </a:r>
          </a:p>
          <a:p>
            <a:r>
              <a:rPr lang="en-IN" sz="1050" dirty="0">
                <a:latin typeface="Times New Roman" panose="02020603050405020304" pitchFamily="18" charset="0"/>
                <a:cs typeface="Times New Roman" panose="02020603050405020304" pitchFamily="18" charset="0"/>
              </a:rPr>
              <a:t>l2State = !l2State;</a:t>
            </a:r>
          </a:p>
          <a:p>
            <a:r>
              <a:rPr lang="en-IN" sz="1050" dirty="0">
                <a:latin typeface="Times New Roman" panose="02020603050405020304" pitchFamily="18" charset="0"/>
                <a:cs typeface="Times New Roman" panose="02020603050405020304" pitchFamily="18" charset="0"/>
              </a:rPr>
              <a:t>digitalWrite(RELAY_L2, l2State ? RELAY_ON : RELAY_OFF);</a:t>
            </a:r>
          </a:p>
          <a:p>
            <a:r>
              <a:rPr lang="en-IN" sz="1050" dirty="0" err="1">
                <a:latin typeface="Times New Roman" panose="02020603050405020304" pitchFamily="18" charset="0"/>
                <a:cs typeface="Times New Roman" panose="02020603050405020304" pitchFamily="18" charset="0"/>
              </a:rPr>
              <a:t>preferences.putBool</a:t>
            </a:r>
            <a:r>
              <a:rPr lang="en-IN" sz="1050" dirty="0">
                <a:latin typeface="Times New Roman" panose="02020603050405020304" pitchFamily="18" charset="0"/>
                <a:cs typeface="Times New Roman" panose="02020603050405020304" pitchFamily="18" charset="0"/>
              </a:rPr>
              <a:t>("l2", l2State);</a:t>
            </a:r>
          </a:p>
          <a:p>
            <a:r>
              <a:rPr lang="en-IN" sz="1050" dirty="0">
                <a:latin typeface="Times New Roman" panose="02020603050405020304" pitchFamily="18" charset="0"/>
                <a:cs typeface="Times New Roman" panose="02020603050405020304" pitchFamily="18" charset="0"/>
              </a:rPr>
              <a:t>if(</a:t>
            </a:r>
            <a:r>
              <a:rPr lang="en-IN" sz="1050" dirty="0" err="1">
                <a:latin typeface="Times New Roman" panose="02020603050405020304" pitchFamily="18" charset="0"/>
                <a:cs typeface="Times New Roman" panose="02020603050405020304" pitchFamily="18" charset="0"/>
              </a:rPr>
              <a:t>Blynk.connected</a:t>
            </a:r>
            <a:r>
              <a:rPr lang="en-IN" sz="1050" dirty="0">
                <a:latin typeface="Times New Roman" panose="02020603050405020304" pitchFamily="18" charset="0"/>
                <a:cs typeface="Times New Roman" panose="02020603050405020304" pitchFamily="18" charset="0"/>
              </a:rPr>
              <a:t>()) </a:t>
            </a:r>
            <a:r>
              <a:rPr lang="en-IN" sz="1050" dirty="0" err="1">
                <a:latin typeface="Times New Roman" panose="02020603050405020304" pitchFamily="18" charset="0"/>
                <a:cs typeface="Times New Roman" panose="02020603050405020304" pitchFamily="18" charset="0"/>
              </a:rPr>
              <a:t>Blynk.virtualWrite</a:t>
            </a:r>
            <a:r>
              <a:rPr lang="en-IN" sz="1050" dirty="0">
                <a:latin typeface="Times New Roman" panose="02020603050405020304" pitchFamily="18" charset="0"/>
                <a:cs typeface="Times New Roman" panose="02020603050405020304" pitchFamily="18" charset="0"/>
              </a:rPr>
              <a:t>(V2, l2State);</a:t>
            </a:r>
          </a:p>
          <a:p>
            <a:r>
              <a:rPr lang="en-IN" sz="1050" dirty="0">
                <a:latin typeface="Times New Roman" panose="02020603050405020304" pitchFamily="18" charset="0"/>
                <a:cs typeface="Times New Roman" panose="02020603050405020304" pitchFamily="18" charset="0"/>
              </a:rPr>
              <a:t>response = 'S';</a:t>
            </a:r>
          </a:p>
          <a:p>
            <a:r>
              <a:rPr lang="en-IN" sz="1050" dirty="0" err="1">
                <a:latin typeface="Times New Roman" panose="02020603050405020304" pitchFamily="18" charset="0"/>
                <a:cs typeface="Times New Roman" panose="02020603050405020304" pitchFamily="18" charset="0"/>
              </a:rPr>
              <a:t>statusChanged</a:t>
            </a:r>
            <a:r>
              <a:rPr lang="en-IN" sz="1050" dirty="0">
                <a:latin typeface="Times New Roman" panose="02020603050405020304" pitchFamily="18" charset="0"/>
                <a:cs typeface="Times New Roman" panose="02020603050405020304" pitchFamily="18" charset="0"/>
              </a:rPr>
              <a:t> = true;</a:t>
            </a:r>
          </a:p>
          <a:p>
            <a:r>
              <a:rPr lang="en-IN" sz="1050" dirty="0">
                <a:latin typeface="Times New Roman" panose="02020603050405020304" pitchFamily="18" charset="0"/>
                <a:cs typeface="Times New Roman" panose="02020603050405020304" pitchFamily="18" charset="0"/>
              </a:rPr>
              <a:t>}</a:t>
            </a:r>
          </a:p>
        </p:txBody>
      </p:sp>
      <p:sp>
        <p:nvSpPr>
          <p:cNvPr id="31" name="Shape 2">
            <a:extLst>
              <a:ext uri="{FF2B5EF4-FFF2-40B4-BE49-F238E27FC236}">
                <a16:creationId xmlns:a16="http://schemas.microsoft.com/office/drawing/2014/main" id="{4B71D73B-3728-2C18-06D4-503D84568B4B}"/>
              </a:ext>
            </a:extLst>
          </p:cNvPr>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4182854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311744" y="317500"/>
            <a:ext cx="5568513" cy="349250"/>
          </a:xfrm>
          <a:prstGeom prst="rect">
            <a:avLst/>
          </a:prstGeom>
          <a:noFill/>
          <a:ln/>
        </p:spPr>
        <p:txBody>
          <a:bodyPr wrap="square" lIns="0" tIns="0" rIns="0" bIns="0" rtlCol="0" anchor="ctr"/>
          <a:lstStyle/>
          <a:p>
            <a:pPr>
              <a:lnSpc>
                <a:spcPct val="100000"/>
              </a:lnSpc>
            </a:pPr>
            <a:r>
              <a:rPr lang="en-US" sz="2250" b="1" dirty="0">
                <a:solidFill>
                  <a:srgbClr val="0070C0"/>
                </a:solidFill>
                <a:latin typeface="Times New Roman" panose="02020603050405020304" pitchFamily="18" charset="0"/>
                <a:ea typeface="Sorts Mill Goudy" pitchFamily="34" charset="-122"/>
                <a:cs typeface="Times New Roman" panose="02020603050405020304" pitchFamily="18" charset="0"/>
              </a:rPr>
              <a:t>Capacitive Regulation in Fan Speed Control</a:t>
            </a:r>
            <a:endParaRPr lang="en-US" sz="2250" b="1" dirty="0">
              <a:solidFill>
                <a:srgbClr val="0070C0"/>
              </a:solidFill>
              <a:latin typeface="Times New Roman" panose="02020603050405020304" pitchFamily="18" charset="0"/>
              <a:cs typeface="Times New Roman" panose="02020603050405020304" pitchFamily="18" charset="0"/>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43" name="Shape 40"/>
          <p:cNvSpPr/>
          <p:nvPr/>
        </p:nvSpPr>
        <p:spPr>
          <a:xfrm>
            <a:off x="317500" y="7039371"/>
            <a:ext cx="11557000" cy="6350"/>
          </a:xfrm>
          <a:custGeom>
            <a:avLst/>
            <a:gdLst/>
            <a:ahLst/>
            <a:cxnLst/>
            <a:rect l="l" t="t" r="r" b="b"/>
            <a:pathLst>
              <a:path w="11557000" h="6350">
                <a:moveTo>
                  <a:pt x="0" y="0"/>
                </a:moveTo>
                <a:lnTo>
                  <a:pt x="11557000" y="0"/>
                </a:lnTo>
                <a:lnTo>
                  <a:pt x="11557000" y="6350"/>
                </a:lnTo>
                <a:lnTo>
                  <a:pt x="0" y="6350"/>
                </a:lnTo>
                <a:lnTo>
                  <a:pt x="0" y="0"/>
                </a:lnTo>
                <a:close/>
              </a:path>
            </a:pathLst>
          </a:custGeom>
          <a:solidFill>
            <a:srgbClr val="E5E7EB"/>
          </a:solidFill>
          <a:ln/>
        </p:spPr>
      </p:sp>
      <p:sp>
        <p:nvSpPr>
          <p:cNvPr id="2" name="Shape 2">
            <a:extLst>
              <a:ext uri="{FF2B5EF4-FFF2-40B4-BE49-F238E27FC236}">
                <a16:creationId xmlns:a16="http://schemas.microsoft.com/office/drawing/2014/main" id="{0FFCAD17-5752-A6D0-117E-220CA0578F7C}"/>
              </a:ext>
            </a:extLst>
          </p:cNvPr>
          <p:cNvSpPr/>
          <p:nvPr/>
        </p:nvSpPr>
        <p:spPr>
          <a:xfrm>
            <a:off x="384144" y="1170725"/>
            <a:ext cx="5606674" cy="1445113"/>
          </a:xfrm>
          <a:custGeom>
            <a:avLst/>
            <a:gdLst/>
            <a:ahLst/>
            <a:cxnLst/>
            <a:rect l="l" t="t" r="r" b="b"/>
            <a:pathLst>
              <a:path w="5606674" h="1445113">
                <a:moveTo>
                  <a:pt x="0" y="0"/>
                </a:moveTo>
                <a:lnTo>
                  <a:pt x="5606674" y="0"/>
                </a:lnTo>
                <a:lnTo>
                  <a:pt x="5606674" y="1445113"/>
                </a:lnTo>
                <a:lnTo>
                  <a:pt x="0" y="1445113"/>
                </a:lnTo>
                <a:lnTo>
                  <a:pt x="0" y="0"/>
                </a:lnTo>
                <a:close/>
              </a:path>
            </a:pathLst>
          </a:custGeom>
          <a:solidFill>
            <a:srgbClr val="F9FAFB"/>
          </a:solidFill>
          <a:ln/>
        </p:spPr>
      </p:sp>
      <p:sp>
        <p:nvSpPr>
          <p:cNvPr id="25" name="Shape 3">
            <a:extLst>
              <a:ext uri="{FF2B5EF4-FFF2-40B4-BE49-F238E27FC236}">
                <a16:creationId xmlns:a16="http://schemas.microsoft.com/office/drawing/2014/main" id="{F7B365A4-2E57-6A60-2868-F6913CB8F557}"/>
              </a:ext>
            </a:extLst>
          </p:cNvPr>
          <p:cNvSpPr/>
          <p:nvPr/>
        </p:nvSpPr>
        <p:spPr>
          <a:xfrm>
            <a:off x="384144" y="1170725"/>
            <a:ext cx="36585" cy="1445113"/>
          </a:xfrm>
          <a:custGeom>
            <a:avLst/>
            <a:gdLst/>
            <a:ahLst/>
            <a:cxnLst/>
            <a:rect l="l" t="t" r="r" b="b"/>
            <a:pathLst>
              <a:path w="36585" h="1445113">
                <a:moveTo>
                  <a:pt x="0" y="0"/>
                </a:moveTo>
                <a:lnTo>
                  <a:pt x="36585" y="0"/>
                </a:lnTo>
                <a:lnTo>
                  <a:pt x="36585" y="1445113"/>
                </a:lnTo>
                <a:lnTo>
                  <a:pt x="0" y="1445113"/>
                </a:lnTo>
                <a:lnTo>
                  <a:pt x="0" y="0"/>
                </a:lnTo>
                <a:close/>
              </a:path>
            </a:pathLst>
          </a:custGeom>
          <a:solidFill>
            <a:srgbClr val="FFFF00"/>
          </a:solidFill>
          <a:ln/>
        </p:spPr>
      </p:sp>
      <p:sp>
        <p:nvSpPr>
          <p:cNvPr id="26" name="Text 4">
            <a:extLst>
              <a:ext uri="{FF2B5EF4-FFF2-40B4-BE49-F238E27FC236}">
                <a16:creationId xmlns:a16="http://schemas.microsoft.com/office/drawing/2014/main" id="{9747EDA3-3AB7-E50B-4B32-D046B1FC1AA6}"/>
              </a:ext>
            </a:extLst>
          </p:cNvPr>
          <p:cNvSpPr/>
          <p:nvPr/>
        </p:nvSpPr>
        <p:spPr>
          <a:xfrm>
            <a:off x="585362" y="1353650"/>
            <a:ext cx="5313992" cy="256096"/>
          </a:xfrm>
          <a:prstGeom prst="rect">
            <a:avLst/>
          </a:prstGeom>
          <a:noFill/>
          <a:ln/>
        </p:spPr>
        <p:txBody>
          <a:bodyPr wrap="square" lIns="0" tIns="0" rIns="0" bIns="0" rtlCol="0" anchor="ctr"/>
          <a:lstStyle/>
          <a:p>
            <a:pPr>
              <a:lnSpc>
                <a:spcPct val="120000"/>
              </a:lnSpc>
            </a:pPr>
            <a:r>
              <a:rPr lang="en-US" sz="1440" b="1" dirty="0">
                <a:solidFill>
                  <a:srgbClr val="1F2937"/>
                </a:solidFill>
                <a:latin typeface="Times New Roman" panose="02020603050405020304" pitchFamily="18" charset="0"/>
                <a:ea typeface="Sorts Mill Goudy" pitchFamily="34" charset="-122"/>
                <a:cs typeface="Times New Roman" panose="02020603050405020304" pitchFamily="18" charset="0"/>
              </a:rPr>
              <a:t>Control Method</a:t>
            </a:r>
            <a:endParaRPr lang="en-US" sz="1600" dirty="0">
              <a:latin typeface="Times New Roman" panose="02020603050405020304" pitchFamily="18" charset="0"/>
              <a:cs typeface="Times New Roman" panose="02020603050405020304" pitchFamily="18" charset="0"/>
            </a:endParaRPr>
          </a:p>
        </p:txBody>
      </p:sp>
      <p:sp>
        <p:nvSpPr>
          <p:cNvPr id="27" name="Text 5">
            <a:extLst>
              <a:ext uri="{FF2B5EF4-FFF2-40B4-BE49-F238E27FC236}">
                <a16:creationId xmlns:a16="http://schemas.microsoft.com/office/drawing/2014/main" id="{BCFFAF8D-637A-D018-8AFE-C43401E4DF1A}"/>
              </a:ext>
            </a:extLst>
          </p:cNvPr>
          <p:cNvSpPr/>
          <p:nvPr/>
        </p:nvSpPr>
        <p:spPr>
          <a:xfrm>
            <a:off x="585362" y="1719502"/>
            <a:ext cx="5295700" cy="713410"/>
          </a:xfrm>
          <a:prstGeom prst="rect">
            <a:avLst/>
          </a:prstGeom>
          <a:noFill/>
          <a:ln/>
        </p:spPr>
        <p:txBody>
          <a:bodyPr wrap="square" lIns="0" tIns="0" rIns="0" bIns="0" rtlCol="0" anchor="ctr"/>
          <a:lstStyle/>
          <a:p>
            <a:pPr algn="just">
              <a:lnSpc>
                <a:spcPct val="140000"/>
              </a:lnSpc>
            </a:pPr>
            <a:r>
              <a:rPr lang="en-US" sz="1152" dirty="0">
                <a:solidFill>
                  <a:srgbClr val="1F2937"/>
                </a:solidFill>
                <a:latin typeface="Times New Roman" panose="02020603050405020304" pitchFamily="18" charset="0"/>
                <a:ea typeface="Sorts Mill Goudy" pitchFamily="34" charset="-122"/>
                <a:cs typeface="Times New Roman" panose="02020603050405020304" pitchFamily="18" charset="0"/>
              </a:rPr>
              <a:t>Speed control is achieved through a </a:t>
            </a:r>
            <a:r>
              <a:rPr lang="en-US" sz="1152" b="1" dirty="0">
                <a:solidFill>
                  <a:srgbClr val="1F2937"/>
                </a:solidFill>
                <a:latin typeface="Times New Roman" panose="02020603050405020304" pitchFamily="18" charset="0"/>
                <a:ea typeface="Sorts Mill Goudy" pitchFamily="34" charset="-122"/>
                <a:cs typeface="Times New Roman" panose="02020603050405020304" pitchFamily="18" charset="0"/>
              </a:rPr>
              <a:t>capacitive regulation circuit</a:t>
            </a:r>
            <a:r>
              <a:rPr lang="en-US" sz="1152" dirty="0">
                <a:solidFill>
                  <a:srgbClr val="1F2937"/>
                </a:solidFill>
                <a:latin typeface="Times New Roman" panose="02020603050405020304" pitchFamily="18" charset="0"/>
                <a:ea typeface="Sorts Mill Goudy" pitchFamily="34" charset="-122"/>
                <a:cs typeface="Times New Roman" panose="02020603050405020304" pitchFamily="18" charset="0"/>
              </a:rPr>
              <a:t> using relays. The method employs parallel capacitor switching to vary the effective capacitance, thereby controlling the voltage across the fan motor and regulating its speed.</a:t>
            </a:r>
            <a:endParaRPr lang="en-US" sz="1600" dirty="0">
              <a:latin typeface="Times New Roman" panose="02020603050405020304" pitchFamily="18" charset="0"/>
              <a:cs typeface="Times New Roman" panose="02020603050405020304" pitchFamily="18" charset="0"/>
            </a:endParaRPr>
          </a:p>
        </p:txBody>
      </p:sp>
      <p:sp>
        <p:nvSpPr>
          <p:cNvPr id="44" name="Shape 6">
            <a:extLst>
              <a:ext uri="{FF2B5EF4-FFF2-40B4-BE49-F238E27FC236}">
                <a16:creationId xmlns:a16="http://schemas.microsoft.com/office/drawing/2014/main" id="{C9F5AE2A-52C0-DE02-ACF4-499A88DA277C}"/>
              </a:ext>
            </a:extLst>
          </p:cNvPr>
          <p:cNvSpPr/>
          <p:nvPr/>
        </p:nvSpPr>
        <p:spPr>
          <a:xfrm>
            <a:off x="384144" y="2762179"/>
            <a:ext cx="5606674" cy="3301809"/>
          </a:xfrm>
          <a:custGeom>
            <a:avLst/>
            <a:gdLst/>
            <a:ahLst/>
            <a:cxnLst/>
            <a:rect l="l" t="t" r="r" b="b"/>
            <a:pathLst>
              <a:path w="5606674" h="3301809">
                <a:moveTo>
                  <a:pt x="0" y="0"/>
                </a:moveTo>
                <a:lnTo>
                  <a:pt x="5606674" y="0"/>
                </a:lnTo>
                <a:lnTo>
                  <a:pt x="5606674" y="3301809"/>
                </a:lnTo>
                <a:lnTo>
                  <a:pt x="0" y="3301809"/>
                </a:lnTo>
                <a:lnTo>
                  <a:pt x="0" y="0"/>
                </a:lnTo>
                <a:close/>
              </a:path>
            </a:pathLst>
          </a:custGeom>
          <a:solidFill>
            <a:srgbClr val="F9FAFB"/>
          </a:solidFill>
          <a:ln/>
        </p:spPr>
      </p:sp>
      <p:sp>
        <p:nvSpPr>
          <p:cNvPr id="45" name="Shape 7">
            <a:extLst>
              <a:ext uri="{FF2B5EF4-FFF2-40B4-BE49-F238E27FC236}">
                <a16:creationId xmlns:a16="http://schemas.microsoft.com/office/drawing/2014/main" id="{BDC75DBF-8F2E-3993-9B66-9F238B52E216}"/>
              </a:ext>
            </a:extLst>
          </p:cNvPr>
          <p:cNvSpPr/>
          <p:nvPr/>
        </p:nvSpPr>
        <p:spPr>
          <a:xfrm>
            <a:off x="384144" y="2762179"/>
            <a:ext cx="36585" cy="3301809"/>
          </a:xfrm>
          <a:custGeom>
            <a:avLst/>
            <a:gdLst/>
            <a:ahLst/>
            <a:cxnLst/>
            <a:rect l="l" t="t" r="r" b="b"/>
            <a:pathLst>
              <a:path w="36585" h="3301809">
                <a:moveTo>
                  <a:pt x="0" y="0"/>
                </a:moveTo>
                <a:lnTo>
                  <a:pt x="36585" y="0"/>
                </a:lnTo>
                <a:lnTo>
                  <a:pt x="36585" y="3301809"/>
                </a:lnTo>
                <a:lnTo>
                  <a:pt x="0" y="3301809"/>
                </a:lnTo>
                <a:lnTo>
                  <a:pt x="0" y="0"/>
                </a:lnTo>
                <a:close/>
              </a:path>
            </a:pathLst>
          </a:custGeom>
          <a:solidFill>
            <a:srgbClr val="7030A0"/>
          </a:solidFill>
          <a:ln/>
        </p:spPr>
      </p:sp>
      <p:sp>
        <p:nvSpPr>
          <p:cNvPr id="46" name="Text 8">
            <a:extLst>
              <a:ext uri="{FF2B5EF4-FFF2-40B4-BE49-F238E27FC236}">
                <a16:creationId xmlns:a16="http://schemas.microsoft.com/office/drawing/2014/main" id="{D6F8DFE3-E577-BD3B-3501-29A0713934B1}"/>
              </a:ext>
            </a:extLst>
          </p:cNvPr>
          <p:cNvSpPr/>
          <p:nvPr/>
        </p:nvSpPr>
        <p:spPr>
          <a:xfrm>
            <a:off x="585362" y="2945104"/>
            <a:ext cx="5313992" cy="256096"/>
          </a:xfrm>
          <a:prstGeom prst="rect">
            <a:avLst/>
          </a:prstGeom>
          <a:noFill/>
          <a:ln/>
        </p:spPr>
        <p:txBody>
          <a:bodyPr wrap="square" lIns="0" tIns="0" rIns="0" bIns="0" rtlCol="0" anchor="ctr"/>
          <a:lstStyle/>
          <a:p>
            <a:pPr>
              <a:lnSpc>
                <a:spcPct val="120000"/>
              </a:lnSpc>
            </a:pPr>
            <a:r>
              <a:rPr lang="en-US" sz="1440" b="1" dirty="0">
                <a:solidFill>
                  <a:srgbClr val="1F2937"/>
                </a:solidFill>
                <a:latin typeface="Times New Roman" panose="02020603050405020304" pitchFamily="18" charset="0"/>
                <a:ea typeface="Sorts Mill Goudy" pitchFamily="34" charset="-122"/>
                <a:cs typeface="Times New Roman" panose="02020603050405020304" pitchFamily="18" charset="0"/>
              </a:rPr>
              <a:t>Speed Levels</a:t>
            </a:r>
            <a:endParaRPr lang="en-US" sz="1600" dirty="0">
              <a:latin typeface="Times New Roman" panose="02020603050405020304" pitchFamily="18" charset="0"/>
              <a:cs typeface="Times New Roman" panose="02020603050405020304" pitchFamily="18" charset="0"/>
            </a:endParaRPr>
          </a:p>
        </p:txBody>
      </p:sp>
      <p:sp>
        <p:nvSpPr>
          <p:cNvPr id="53" name="Text 9">
            <a:extLst>
              <a:ext uri="{FF2B5EF4-FFF2-40B4-BE49-F238E27FC236}">
                <a16:creationId xmlns:a16="http://schemas.microsoft.com/office/drawing/2014/main" id="{3D8B9681-0E80-208A-9C94-389F1DF8E887}"/>
              </a:ext>
            </a:extLst>
          </p:cNvPr>
          <p:cNvSpPr/>
          <p:nvPr/>
        </p:nvSpPr>
        <p:spPr>
          <a:xfrm>
            <a:off x="585362" y="3310956"/>
            <a:ext cx="5295700" cy="219511"/>
          </a:xfrm>
          <a:prstGeom prst="rect">
            <a:avLst/>
          </a:prstGeom>
          <a:noFill/>
          <a:ln/>
        </p:spPr>
        <p:txBody>
          <a:bodyPr wrap="square" lIns="0" tIns="0" rIns="0" bIns="0" rtlCol="0" anchor="ctr"/>
          <a:lstStyle/>
          <a:p>
            <a:pPr>
              <a:lnSpc>
                <a:spcPct val="130000"/>
              </a:lnSpc>
            </a:pPr>
            <a:r>
              <a:rPr lang="en-US" sz="1152" dirty="0">
                <a:solidFill>
                  <a:srgbClr val="1F2937"/>
                </a:solidFill>
                <a:latin typeface="Times New Roman" panose="02020603050405020304" pitchFamily="18" charset="0"/>
                <a:ea typeface="Sorts Mill Goudy" pitchFamily="34" charset="-122"/>
                <a:cs typeface="Times New Roman" panose="02020603050405020304" pitchFamily="18" charset="0"/>
              </a:rPr>
              <a:t>Provides 5 levels (0 to 4) by switching capacitor values in parallel:</a:t>
            </a:r>
            <a:endParaRPr lang="en-US" sz="1600" dirty="0">
              <a:latin typeface="Times New Roman" panose="02020603050405020304" pitchFamily="18" charset="0"/>
              <a:cs typeface="Times New Roman" panose="02020603050405020304" pitchFamily="18" charset="0"/>
            </a:endParaRPr>
          </a:p>
        </p:txBody>
      </p:sp>
      <p:sp>
        <p:nvSpPr>
          <p:cNvPr id="54" name="Shape 10">
            <a:extLst>
              <a:ext uri="{FF2B5EF4-FFF2-40B4-BE49-F238E27FC236}">
                <a16:creationId xmlns:a16="http://schemas.microsoft.com/office/drawing/2014/main" id="{74F36FF8-A81B-2C5E-CB2F-7377A20D3722}"/>
              </a:ext>
            </a:extLst>
          </p:cNvPr>
          <p:cNvSpPr/>
          <p:nvPr/>
        </p:nvSpPr>
        <p:spPr>
          <a:xfrm>
            <a:off x="589021" y="3643881"/>
            <a:ext cx="5211554" cy="2229865"/>
          </a:xfrm>
          <a:custGeom>
            <a:avLst/>
            <a:gdLst/>
            <a:ahLst/>
            <a:cxnLst/>
            <a:rect l="l" t="t" r="r" b="b"/>
            <a:pathLst>
              <a:path w="5211554" h="2229865">
                <a:moveTo>
                  <a:pt x="0" y="0"/>
                </a:moveTo>
                <a:lnTo>
                  <a:pt x="5211554" y="0"/>
                </a:lnTo>
                <a:lnTo>
                  <a:pt x="5211554" y="2229865"/>
                </a:lnTo>
                <a:lnTo>
                  <a:pt x="0" y="2229865"/>
                </a:lnTo>
                <a:lnTo>
                  <a:pt x="0" y="0"/>
                </a:lnTo>
                <a:close/>
              </a:path>
            </a:pathLst>
          </a:custGeom>
          <a:solidFill>
            <a:srgbClr val="FFFFFF"/>
          </a:solidFill>
          <a:ln w="10160">
            <a:solidFill>
              <a:srgbClr val="D1D5DC"/>
            </a:solidFill>
            <a:prstDash val="solid"/>
          </a:ln>
        </p:spPr>
      </p:sp>
      <p:graphicFrame>
        <p:nvGraphicFramePr>
          <p:cNvPr id="55" name="Table 0">
            <a:extLst>
              <a:ext uri="{FF2B5EF4-FFF2-40B4-BE49-F238E27FC236}">
                <a16:creationId xmlns:a16="http://schemas.microsoft.com/office/drawing/2014/main" id="{4E8D2306-B49C-1C95-3356-41105EF09B71}"/>
              </a:ext>
            </a:extLst>
          </p:cNvPr>
          <p:cNvGraphicFramePr>
            <a:graphicFrameLocks noGrp="1"/>
          </p:cNvGraphicFramePr>
          <p:nvPr>
            <p:extLst>
              <p:ext uri="{D42A27DB-BD31-4B8C-83A1-F6EECF244321}">
                <p14:modId xmlns:p14="http://schemas.microsoft.com/office/powerpoint/2010/main" val="2907418629"/>
              </p:ext>
            </p:extLst>
          </p:nvPr>
        </p:nvGraphicFramePr>
        <p:xfrm>
          <a:off x="592679" y="3647542"/>
          <a:ext cx="5204237" cy="2222550"/>
        </p:xfrm>
        <a:graphic>
          <a:graphicData uri="http://schemas.openxmlformats.org/drawingml/2006/table">
            <a:tbl>
              <a:tblPr/>
              <a:tblGrid>
                <a:gridCol w="1179871">
                  <a:extLst>
                    <a:ext uri="{9D8B030D-6E8A-4147-A177-3AD203B41FA5}">
                      <a16:colId xmlns:a16="http://schemas.microsoft.com/office/drawing/2014/main" val="20000"/>
                    </a:ext>
                  </a:extLst>
                </a:gridCol>
                <a:gridCol w="1216456">
                  <a:extLst>
                    <a:ext uri="{9D8B030D-6E8A-4147-A177-3AD203B41FA5}">
                      <a16:colId xmlns:a16="http://schemas.microsoft.com/office/drawing/2014/main" val="20001"/>
                    </a:ext>
                  </a:extLst>
                </a:gridCol>
                <a:gridCol w="1115847">
                  <a:extLst>
                    <a:ext uri="{9D8B030D-6E8A-4147-A177-3AD203B41FA5}">
                      <a16:colId xmlns:a16="http://schemas.microsoft.com/office/drawing/2014/main" val="20002"/>
                    </a:ext>
                  </a:extLst>
                </a:gridCol>
                <a:gridCol w="1692063">
                  <a:extLst>
                    <a:ext uri="{9D8B030D-6E8A-4147-A177-3AD203B41FA5}">
                      <a16:colId xmlns:a16="http://schemas.microsoft.com/office/drawing/2014/main" val="20003"/>
                    </a:ext>
                  </a:extLst>
                </a:gridCol>
              </a:tblGrid>
              <a:tr h="370425">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Speed</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Active Relays</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Capacitance</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00" b="1" u="none" dirty="0">
                          <a:solidFill>
                            <a:srgbClr val="FFFFFF"/>
                          </a:solidFill>
                          <a:latin typeface="微软雅黑" pitchFamily="34" charset="0"/>
                          <a:ea typeface="微软雅黑" pitchFamily="34" charset="-122"/>
                          <a:cs typeface="微软雅黑" pitchFamily="34" charset="-120"/>
                        </a:rPr>
                        <a:t>Description</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370425">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0 (Off)</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None</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0 µF</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6B7280"/>
                          </a:solidFill>
                          <a:latin typeface="微软雅黑" pitchFamily="34" charset="0"/>
                          <a:ea typeface="微软雅黑" pitchFamily="34" charset="-122"/>
                          <a:cs typeface="微软雅黑" pitchFamily="34" charset="-120"/>
                        </a:rPr>
                        <a:t>Off position</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1"/>
                  </a:ext>
                </a:extLst>
              </a:tr>
              <a:tr h="370425">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1 (Low)</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Relay 1</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1.0 µF</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6B7280"/>
                          </a:solidFill>
                          <a:latin typeface="微软雅黑" pitchFamily="34" charset="0"/>
                          <a:ea typeface="微软雅黑" pitchFamily="34" charset="-122"/>
                          <a:cs typeface="微软雅黑" pitchFamily="34" charset="-120"/>
                        </a:rPr>
                        <a:t>Minimum speed</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2"/>
                  </a:ext>
                </a:extLst>
              </a:tr>
              <a:tr h="370425">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2 (Low-Med)</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Relay 2</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2.2 µF</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6B7280"/>
                          </a:solidFill>
                          <a:latin typeface="微软雅黑" pitchFamily="34" charset="0"/>
                          <a:ea typeface="微软雅黑" pitchFamily="34" charset="-122"/>
                          <a:cs typeface="微软雅黑" pitchFamily="34" charset="-120"/>
                        </a:rPr>
                        <a:t>Medium-low speed</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3"/>
                  </a:ext>
                </a:extLst>
              </a:tr>
              <a:tr h="370425">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3 (Med-High)</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Relays 1 &amp; 2</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3.2 µF</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1100" u="none" dirty="0">
                          <a:solidFill>
                            <a:srgbClr val="6B7280"/>
                          </a:solidFill>
                          <a:latin typeface="微软雅黑" pitchFamily="34" charset="0"/>
                          <a:ea typeface="微软雅黑" pitchFamily="34" charset="-122"/>
                          <a:cs typeface="微软雅黑" pitchFamily="34" charset="-120"/>
                        </a:rPr>
                        <a:t>Medium-high speed</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4"/>
                  </a:ext>
                </a:extLst>
              </a:tr>
              <a:tr h="370425">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4 (Max)</a:t>
                      </a:r>
                      <a:endParaRPr lang="en-US" sz="1100" dirty="0">
                        <a:latin typeface="微软雅黑" charset="0"/>
                        <a:ea typeface="微软雅黑" charset="0"/>
                        <a:cs typeface="微软雅黑" charset="0"/>
                      </a:endParaRPr>
                    </a:p>
                  </a:txBody>
                  <a:tcPr marL="73170" marR="73170" marT="73170" marB="73170" anchor="ctr">
                    <a:lnL w="12700" cap="flat" cmpd="sng" algn="ctr">
                      <a:solidFill>
                        <a:srgbClr val="00B05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Relay 3</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1F2937"/>
                          </a:solidFill>
                          <a:latin typeface="微软雅黑" pitchFamily="34" charset="0"/>
                          <a:ea typeface="微软雅黑" pitchFamily="34" charset="-122"/>
                          <a:cs typeface="微软雅黑" pitchFamily="34" charset="-120"/>
                        </a:rPr>
                        <a:t>Bypass</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1100" u="none" dirty="0">
                          <a:solidFill>
                            <a:srgbClr val="6B7280"/>
                          </a:solidFill>
                          <a:latin typeface="微软雅黑" pitchFamily="34" charset="0"/>
                          <a:ea typeface="微软雅黑" pitchFamily="34" charset="-122"/>
                          <a:cs typeface="微软雅黑" pitchFamily="34" charset="-120"/>
                        </a:rPr>
                        <a:t>Full AC voltage</a:t>
                      </a:r>
                      <a:endParaRPr lang="en-US" sz="1100" dirty="0">
                        <a:latin typeface="微软雅黑" charset="0"/>
                        <a:ea typeface="微软雅黑" charset="0"/>
                        <a:cs typeface="微软雅黑" charset="0"/>
                      </a:endParaRPr>
                    </a:p>
                  </a:txBody>
                  <a:tcPr marL="73170" marR="73170" marT="73170" marB="73170" anchor="ctr">
                    <a:lnL w="12700" cap="flat" cmpd="sng" algn="ctr">
                      <a:no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5"/>
                  </a:ext>
                </a:extLst>
              </a:tr>
            </a:tbl>
          </a:graphicData>
        </a:graphic>
      </p:graphicFrame>
      <p:sp>
        <p:nvSpPr>
          <p:cNvPr id="56" name="Shape 11">
            <a:extLst>
              <a:ext uri="{FF2B5EF4-FFF2-40B4-BE49-F238E27FC236}">
                <a16:creationId xmlns:a16="http://schemas.microsoft.com/office/drawing/2014/main" id="{BF7DE89D-95B9-625E-BFE0-0DA69E5EF7FE}"/>
              </a:ext>
            </a:extLst>
          </p:cNvPr>
          <p:cNvSpPr/>
          <p:nvPr/>
        </p:nvSpPr>
        <p:spPr>
          <a:xfrm>
            <a:off x="6225535" y="1170725"/>
            <a:ext cx="5606674" cy="2734740"/>
          </a:xfrm>
          <a:custGeom>
            <a:avLst/>
            <a:gdLst/>
            <a:ahLst/>
            <a:cxnLst/>
            <a:rect l="l" t="t" r="r" b="b"/>
            <a:pathLst>
              <a:path w="5606674" h="2734740">
                <a:moveTo>
                  <a:pt x="0" y="0"/>
                </a:moveTo>
                <a:lnTo>
                  <a:pt x="5606674" y="0"/>
                </a:lnTo>
                <a:lnTo>
                  <a:pt x="5606674" y="2734740"/>
                </a:lnTo>
                <a:lnTo>
                  <a:pt x="0" y="2734740"/>
                </a:lnTo>
                <a:lnTo>
                  <a:pt x="0" y="0"/>
                </a:lnTo>
                <a:close/>
              </a:path>
            </a:pathLst>
          </a:custGeom>
          <a:solidFill>
            <a:srgbClr val="F9FAFB"/>
          </a:solidFill>
          <a:ln/>
        </p:spPr>
      </p:sp>
      <p:sp>
        <p:nvSpPr>
          <p:cNvPr id="57" name="Shape 12">
            <a:extLst>
              <a:ext uri="{FF2B5EF4-FFF2-40B4-BE49-F238E27FC236}">
                <a16:creationId xmlns:a16="http://schemas.microsoft.com/office/drawing/2014/main" id="{87A66D98-2C6C-7D93-81E9-F2B050858716}"/>
              </a:ext>
            </a:extLst>
          </p:cNvPr>
          <p:cNvSpPr/>
          <p:nvPr/>
        </p:nvSpPr>
        <p:spPr>
          <a:xfrm>
            <a:off x="6225535" y="1170725"/>
            <a:ext cx="36585" cy="2734740"/>
          </a:xfrm>
          <a:custGeom>
            <a:avLst/>
            <a:gdLst/>
            <a:ahLst/>
            <a:cxnLst/>
            <a:rect l="l" t="t" r="r" b="b"/>
            <a:pathLst>
              <a:path w="36585" h="2734740">
                <a:moveTo>
                  <a:pt x="0" y="0"/>
                </a:moveTo>
                <a:lnTo>
                  <a:pt x="36585" y="0"/>
                </a:lnTo>
                <a:lnTo>
                  <a:pt x="36585" y="2734740"/>
                </a:lnTo>
                <a:lnTo>
                  <a:pt x="0" y="2734740"/>
                </a:lnTo>
                <a:lnTo>
                  <a:pt x="0" y="0"/>
                </a:lnTo>
                <a:close/>
              </a:path>
            </a:pathLst>
          </a:custGeom>
          <a:solidFill>
            <a:srgbClr val="00B0F0"/>
          </a:solidFill>
          <a:ln/>
        </p:spPr>
      </p:sp>
      <p:sp>
        <p:nvSpPr>
          <p:cNvPr id="58" name="Text 13">
            <a:extLst>
              <a:ext uri="{FF2B5EF4-FFF2-40B4-BE49-F238E27FC236}">
                <a16:creationId xmlns:a16="http://schemas.microsoft.com/office/drawing/2014/main" id="{8243F81C-FC12-1ADA-DCEF-58D2B80CD86A}"/>
              </a:ext>
            </a:extLst>
          </p:cNvPr>
          <p:cNvSpPr/>
          <p:nvPr/>
        </p:nvSpPr>
        <p:spPr>
          <a:xfrm>
            <a:off x="6426753" y="1353650"/>
            <a:ext cx="5313992" cy="256096"/>
          </a:xfrm>
          <a:prstGeom prst="rect">
            <a:avLst/>
          </a:prstGeom>
          <a:noFill/>
          <a:ln/>
        </p:spPr>
        <p:txBody>
          <a:bodyPr wrap="square" lIns="0" tIns="0" rIns="0" bIns="0" rtlCol="0" anchor="ctr"/>
          <a:lstStyle/>
          <a:p>
            <a:pPr>
              <a:lnSpc>
                <a:spcPct val="120000"/>
              </a:lnSpc>
            </a:pPr>
            <a:r>
              <a:rPr lang="en-US" sz="1440" b="1" dirty="0">
                <a:solidFill>
                  <a:srgbClr val="1F2937"/>
                </a:solidFill>
                <a:latin typeface="Times New Roman" panose="02020603050405020304" pitchFamily="18" charset="0"/>
                <a:ea typeface="Sorts Mill Goudy" pitchFamily="34" charset="-122"/>
                <a:cs typeface="Times New Roman" panose="02020603050405020304" pitchFamily="18" charset="0"/>
              </a:rPr>
              <a:t>Manual Control</a:t>
            </a:r>
            <a:endParaRPr lang="en-US" sz="1600" dirty="0">
              <a:latin typeface="Times New Roman" panose="02020603050405020304" pitchFamily="18" charset="0"/>
              <a:cs typeface="Times New Roman" panose="02020603050405020304" pitchFamily="18" charset="0"/>
            </a:endParaRPr>
          </a:p>
        </p:txBody>
      </p:sp>
      <p:sp>
        <p:nvSpPr>
          <p:cNvPr id="59" name="Text 14">
            <a:extLst>
              <a:ext uri="{FF2B5EF4-FFF2-40B4-BE49-F238E27FC236}">
                <a16:creationId xmlns:a16="http://schemas.microsoft.com/office/drawing/2014/main" id="{B65EA0D2-9ED6-A04B-0312-3B79F6222054}"/>
              </a:ext>
            </a:extLst>
          </p:cNvPr>
          <p:cNvSpPr/>
          <p:nvPr/>
        </p:nvSpPr>
        <p:spPr>
          <a:xfrm>
            <a:off x="6426753" y="1719502"/>
            <a:ext cx="5295700" cy="475607"/>
          </a:xfrm>
          <a:prstGeom prst="rect">
            <a:avLst/>
          </a:prstGeom>
          <a:noFill/>
          <a:ln/>
        </p:spPr>
        <p:txBody>
          <a:bodyPr wrap="square" lIns="0" tIns="0" rIns="0" bIns="0" rtlCol="0" anchor="ctr"/>
          <a:lstStyle/>
          <a:p>
            <a:pPr>
              <a:lnSpc>
                <a:spcPct val="140000"/>
              </a:lnSpc>
            </a:pPr>
            <a:r>
              <a:rPr lang="en-US" sz="1152" dirty="0">
                <a:solidFill>
                  <a:srgbClr val="1F2937"/>
                </a:solidFill>
                <a:latin typeface="Times New Roman" panose="02020603050405020304" pitchFamily="18" charset="0"/>
                <a:ea typeface="Sorts Mill Goudy" pitchFamily="34" charset="-122"/>
                <a:cs typeface="Times New Roman" panose="02020603050405020304" pitchFamily="18" charset="0"/>
              </a:rPr>
              <a:t>Smart button logic supports dual-function operation through press duration detection:</a:t>
            </a:r>
            <a:endParaRPr lang="en-US" sz="1600" dirty="0">
              <a:latin typeface="Times New Roman" panose="02020603050405020304" pitchFamily="18" charset="0"/>
              <a:cs typeface="Times New Roman" panose="02020603050405020304" pitchFamily="18" charset="0"/>
            </a:endParaRPr>
          </a:p>
        </p:txBody>
      </p:sp>
      <p:sp>
        <p:nvSpPr>
          <p:cNvPr id="60" name="Shape 15">
            <a:extLst>
              <a:ext uri="{FF2B5EF4-FFF2-40B4-BE49-F238E27FC236}">
                <a16:creationId xmlns:a16="http://schemas.microsoft.com/office/drawing/2014/main" id="{B16F3B98-1C95-DB2F-C706-776F0D07AF83}"/>
              </a:ext>
            </a:extLst>
          </p:cNvPr>
          <p:cNvSpPr/>
          <p:nvPr/>
        </p:nvSpPr>
        <p:spPr>
          <a:xfrm>
            <a:off x="6430411" y="2308523"/>
            <a:ext cx="5211554" cy="665850"/>
          </a:xfrm>
          <a:custGeom>
            <a:avLst/>
            <a:gdLst/>
            <a:ahLst/>
            <a:cxnLst/>
            <a:rect l="l" t="t" r="r" b="b"/>
            <a:pathLst>
              <a:path w="5211554" h="665850">
                <a:moveTo>
                  <a:pt x="0" y="0"/>
                </a:moveTo>
                <a:lnTo>
                  <a:pt x="5211554" y="0"/>
                </a:lnTo>
                <a:lnTo>
                  <a:pt x="5211554" y="665850"/>
                </a:lnTo>
                <a:lnTo>
                  <a:pt x="0" y="665850"/>
                </a:lnTo>
                <a:lnTo>
                  <a:pt x="0" y="0"/>
                </a:lnTo>
                <a:close/>
              </a:path>
            </a:pathLst>
          </a:custGeom>
          <a:solidFill>
            <a:srgbClr val="FFFFFF"/>
          </a:solidFill>
          <a:ln w="10160">
            <a:solidFill>
              <a:srgbClr val="D1D5DC"/>
            </a:solidFill>
            <a:prstDash val="solid"/>
          </a:ln>
        </p:spPr>
      </p:sp>
      <p:sp>
        <p:nvSpPr>
          <p:cNvPr id="61" name="Shape 16">
            <a:extLst>
              <a:ext uri="{FF2B5EF4-FFF2-40B4-BE49-F238E27FC236}">
                <a16:creationId xmlns:a16="http://schemas.microsoft.com/office/drawing/2014/main" id="{84E81D35-B423-BBF0-B8A5-0A930CA50D28}"/>
              </a:ext>
            </a:extLst>
          </p:cNvPr>
          <p:cNvSpPr/>
          <p:nvPr/>
        </p:nvSpPr>
        <p:spPr>
          <a:xfrm>
            <a:off x="6571264" y="2458525"/>
            <a:ext cx="128048" cy="146341"/>
          </a:xfrm>
          <a:custGeom>
            <a:avLst/>
            <a:gdLst/>
            <a:ahLst/>
            <a:cxnLst/>
            <a:rect l="l" t="t" r="r" b="b"/>
            <a:pathLst>
              <a:path w="128048" h="146341">
                <a:moveTo>
                  <a:pt x="36585" y="11433"/>
                </a:moveTo>
                <a:cubicBezTo>
                  <a:pt x="36585" y="5116"/>
                  <a:pt x="41701" y="0"/>
                  <a:pt x="48018" y="0"/>
                </a:cubicBezTo>
                <a:cubicBezTo>
                  <a:pt x="54335" y="0"/>
                  <a:pt x="59451" y="5116"/>
                  <a:pt x="59451" y="11433"/>
                </a:cubicBezTo>
                <a:lnTo>
                  <a:pt x="59451" y="53792"/>
                </a:lnTo>
                <a:cubicBezTo>
                  <a:pt x="61880" y="51619"/>
                  <a:pt x="65082" y="50305"/>
                  <a:pt x="68597" y="50305"/>
                </a:cubicBezTo>
                <a:cubicBezTo>
                  <a:pt x="74485" y="50305"/>
                  <a:pt x="79516" y="54020"/>
                  <a:pt x="81459" y="59222"/>
                </a:cubicBezTo>
                <a:cubicBezTo>
                  <a:pt x="83974" y="56564"/>
                  <a:pt x="87519" y="54878"/>
                  <a:pt x="91463" y="54878"/>
                </a:cubicBezTo>
                <a:cubicBezTo>
                  <a:pt x="98694" y="54878"/>
                  <a:pt x="104611" y="60451"/>
                  <a:pt x="105154" y="67540"/>
                </a:cubicBezTo>
                <a:cubicBezTo>
                  <a:pt x="107583" y="65339"/>
                  <a:pt x="110813" y="64024"/>
                  <a:pt x="114329" y="64024"/>
                </a:cubicBezTo>
                <a:cubicBezTo>
                  <a:pt x="121903" y="64024"/>
                  <a:pt x="128048" y="70169"/>
                  <a:pt x="128048" y="77743"/>
                </a:cubicBezTo>
                <a:lnTo>
                  <a:pt x="128048" y="109755"/>
                </a:lnTo>
                <a:cubicBezTo>
                  <a:pt x="128048" y="129963"/>
                  <a:pt x="111670" y="146341"/>
                  <a:pt x="91463" y="146341"/>
                </a:cubicBezTo>
                <a:lnTo>
                  <a:pt x="67082" y="146341"/>
                </a:lnTo>
                <a:cubicBezTo>
                  <a:pt x="65653" y="146341"/>
                  <a:pt x="64253" y="146255"/>
                  <a:pt x="62881" y="146055"/>
                </a:cubicBezTo>
                <a:cubicBezTo>
                  <a:pt x="47075" y="144454"/>
                  <a:pt x="32526" y="136337"/>
                  <a:pt x="22866" y="123475"/>
                </a:cubicBezTo>
                <a:lnTo>
                  <a:pt x="2287" y="96036"/>
                </a:lnTo>
                <a:cubicBezTo>
                  <a:pt x="-1515" y="90977"/>
                  <a:pt x="-486" y="83831"/>
                  <a:pt x="4573" y="80030"/>
                </a:cubicBezTo>
                <a:cubicBezTo>
                  <a:pt x="9632" y="76229"/>
                  <a:pt x="16778" y="77258"/>
                  <a:pt x="20579" y="82317"/>
                </a:cubicBezTo>
                <a:lnTo>
                  <a:pt x="36585" y="103667"/>
                </a:lnTo>
                <a:lnTo>
                  <a:pt x="36585" y="11433"/>
                </a:lnTo>
                <a:close/>
                <a:moveTo>
                  <a:pt x="68597" y="86890"/>
                </a:moveTo>
                <a:cubicBezTo>
                  <a:pt x="68597" y="84374"/>
                  <a:pt x="66539" y="82317"/>
                  <a:pt x="64024" y="82317"/>
                </a:cubicBezTo>
                <a:cubicBezTo>
                  <a:pt x="61509" y="82317"/>
                  <a:pt x="59451" y="84374"/>
                  <a:pt x="59451" y="86890"/>
                </a:cubicBezTo>
                <a:lnTo>
                  <a:pt x="59451" y="114329"/>
                </a:lnTo>
                <a:cubicBezTo>
                  <a:pt x="59451" y="116844"/>
                  <a:pt x="61509" y="118902"/>
                  <a:pt x="64024" y="118902"/>
                </a:cubicBezTo>
                <a:cubicBezTo>
                  <a:pt x="66539" y="118902"/>
                  <a:pt x="68597" y="116844"/>
                  <a:pt x="68597" y="114329"/>
                </a:cubicBezTo>
                <a:lnTo>
                  <a:pt x="68597" y="86890"/>
                </a:lnTo>
                <a:close/>
                <a:moveTo>
                  <a:pt x="82317" y="82317"/>
                </a:moveTo>
                <a:cubicBezTo>
                  <a:pt x="79801" y="82317"/>
                  <a:pt x="77743" y="84374"/>
                  <a:pt x="77743" y="86890"/>
                </a:cubicBezTo>
                <a:lnTo>
                  <a:pt x="77743" y="114329"/>
                </a:lnTo>
                <a:cubicBezTo>
                  <a:pt x="77743" y="116844"/>
                  <a:pt x="79801" y="118902"/>
                  <a:pt x="82317" y="118902"/>
                </a:cubicBezTo>
                <a:cubicBezTo>
                  <a:pt x="84832" y="118902"/>
                  <a:pt x="86890" y="116844"/>
                  <a:pt x="86890" y="114329"/>
                </a:cubicBezTo>
                <a:lnTo>
                  <a:pt x="86890" y="86890"/>
                </a:lnTo>
                <a:cubicBezTo>
                  <a:pt x="86890" y="84374"/>
                  <a:pt x="84832" y="82317"/>
                  <a:pt x="82317" y="82317"/>
                </a:cubicBezTo>
                <a:close/>
                <a:moveTo>
                  <a:pt x="105182" y="86890"/>
                </a:moveTo>
                <a:cubicBezTo>
                  <a:pt x="105182" y="84374"/>
                  <a:pt x="103124" y="82317"/>
                  <a:pt x="100609" y="82317"/>
                </a:cubicBezTo>
                <a:cubicBezTo>
                  <a:pt x="98094" y="82317"/>
                  <a:pt x="96036" y="84374"/>
                  <a:pt x="96036" y="86890"/>
                </a:cubicBezTo>
                <a:lnTo>
                  <a:pt x="96036" y="114329"/>
                </a:lnTo>
                <a:cubicBezTo>
                  <a:pt x="96036" y="116844"/>
                  <a:pt x="98094" y="118902"/>
                  <a:pt x="100609" y="118902"/>
                </a:cubicBezTo>
                <a:cubicBezTo>
                  <a:pt x="103124" y="118902"/>
                  <a:pt x="105182" y="116844"/>
                  <a:pt x="105182" y="114329"/>
                </a:cubicBezTo>
                <a:lnTo>
                  <a:pt x="105182" y="86890"/>
                </a:lnTo>
                <a:close/>
              </a:path>
            </a:pathLst>
          </a:custGeom>
          <a:solidFill>
            <a:srgbClr val="00B050"/>
          </a:solidFill>
          <a:ln/>
        </p:spPr>
      </p:sp>
      <p:sp>
        <p:nvSpPr>
          <p:cNvPr id="62" name="Text 17">
            <a:extLst>
              <a:ext uri="{FF2B5EF4-FFF2-40B4-BE49-F238E27FC236}">
                <a16:creationId xmlns:a16="http://schemas.microsoft.com/office/drawing/2014/main" id="{B0992F4D-3CA0-5EFF-08CE-5FC91F820AB9}"/>
              </a:ext>
            </a:extLst>
          </p:cNvPr>
          <p:cNvSpPr/>
          <p:nvPr/>
        </p:nvSpPr>
        <p:spPr>
          <a:xfrm>
            <a:off x="6836506" y="2421939"/>
            <a:ext cx="1746941" cy="219511"/>
          </a:xfrm>
          <a:prstGeom prst="rect">
            <a:avLst/>
          </a:prstGeom>
          <a:noFill/>
          <a:ln/>
        </p:spPr>
        <p:txBody>
          <a:bodyPr wrap="square" lIns="0" tIns="0" rIns="0" bIns="0" rtlCol="0" anchor="ctr"/>
          <a:lstStyle/>
          <a:p>
            <a:pPr>
              <a:lnSpc>
                <a:spcPct val="130000"/>
              </a:lnSpc>
            </a:pPr>
            <a:r>
              <a:rPr lang="en-US" sz="1152" b="1" dirty="0">
                <a:solidFill>
                  <a:srgbClr val="1F2937"/>
                </a:solidFill>
                <a:latin typeface="Times New Roman" panose="02020603050405020304" pitchFamily="18" charset="0"/>
                <a:ea typeface="Sorts Mill Goudy" pitchFamily="34" charset="-122"/>
                <a:cs typeface="Times New Roman" panose="02020603050405020304" pitchFamily="18" charset="0"/>
              </a:rPr>
              <a:t>Short Press (&lt;500ms)</a:t>
            </a:r>
            <a:endParaRPr lang="en-US" sz="1600" dirty="0">
              <a:latin typeface="Times New Roman" panose="02020603050405020304" pitchFamily="18" charset="0"/>
              <a:cs typeface="Times New Roman" panose="02020603050405020304" pitchFamily="18" charset="0"/>
            </a:endParaRPr>
          </a:p>
        </p:txBody>
      </p:sp>
      <p:sp>
        <p:nvSpPr>
          <p:cNvPr id="63" name="Text 18">
            <a:extLst>
              <a:ext uri="{FF2B5EF4-FFF2-40B4-BE49-F238E27FC236}">
                <a16:creationId xmlns:a16="http://schemas.microsoft.com/office/drawing/2014/main" id="{6B0944E0-E607-42EC-1EE8-67EE82A14FE0}"/>
              </a:ext>
            </a:extLst>
          </p:cNvPr>
          <p:cNvSpPr/>
          <p:nvPr/>
        </p:nvSpPr>
        <p:spPr>
          <a:xfrm>
            <a:off x="6836506" y="2641450"/>
            <a:ext cx="1746941" cy="219511"/>
          </a:xfrm>
          <a:prstGeom prst="rect">
            <a:avLst/>
          </a:prstGeom>
          <a:noFill/>
          <a:ln/>
        </p:spPr>
        <p:txBody>
          <a:bodyPr wrap="square" lIns="0" tIns="0" rIns="0" bIns="0" rtlCol="0" anchor="ctr"/>
          <a:lstStyle/>
          <a:p>
            <a:pPr>
              <a:lnSpc>
                <a:spcPct val="130000"/>
              </a:lnSpc>
            </a:pPr>
            <a:r>
              <a:rPr lang="en-US" sz="1152" dirty="0">
                <a:solidFill>
                  <a:srgbClr val="6B7280"/>
                </a:solidFill>
                <a:latin typeface="Times New Roman" panose="02020603050405020304" pitchFamily="18" charset="0"/>
                <a:ea typeface="Sorts Mill Goudy" pitchFamily="34" charset="-122"/>
                <a:cs typeface="Times New Roman" panose="02020603050405020304" pitchFamily="18" charset="0"/>
              </a:rPr>
              <a:t>Toggles fan ON/OFF state</a:t>
            </a:r>
            <a:endParaRPr lang="en-US" sz="1600" dirty="0">
              <a:latin typeface="Times New Roman" panose="02020603050405020304" pitchFamily="18" charset="0"/>
              <a:cs typeface="Times New Roman" panose="02020603050405020304" pitchFamily="18" charset="0"/>
            </a:endParaRPr>
          </a:p>
        </p:txBody>
      </p:sp>
      <p:sp>
        <p:nvSpPr>
          <p:cNvPr id="64" name="Shape 19">
            <a:extLst>
              <a:ext uri="{FF2B5EF4-FFF2-40B4-BE49-F238E27FC236}">
                <a16:creationId xmlns:a16="http://schemas.microsoft.com/office/drawing/2014/main" id="{761B498D-72C5-5C70-F861-E6338975FBD1}"/>
              </a:ext>
            </a:extLst>
          </p:cNvPr>
          <p:cNvSpPr/>
          <p:nvPr/>
        </p:nvSpPr>
        <p:spPr>
          <a:xfrm>
            <a:off x="6430411" y="3054861"/>
            <a:ext cx="5211554" cy="665850"/>
          </a:xfrm>
          <a:custGeom>
            <a:avLst/>
            <a:gdLst/>
            <a:ahLst/>
            <a:cxnLst/>
            <a:rect l="l" t="t" r="r" b="b"/>
            <a:pathLst>
              <a:path w="5211554" h="665850">
                <a:moveTo>
                  <a:pt x="0" y="0"/>
                </a:moveTo>
                <a:lnTo>
                  <a:pt x="5211554" y="0"/>
                </a:lnTo>
                <a:lnTo>
                  <a:pt x="5211554" y="665850"/>
                </a:lnTo>
                <a:lnTo>
                  <a:pt x="0" y="665850"/>
                </a:lnTo>
                <a:lnTo>
                  <a:pt x="0" y="0"/>
                </a:lnTo>
                <a:close/>
              </a:path>
            </a:pathLst>
          </a:custGeom>
          <a:solidFill>
            <a:srgbClr val="FFFFFF"/>
          </a:solidFill>
          <a:ln w="10160">
            <a:solidFill>
              <a:srgbClr val="D1D5DC"/>
            </a:solidFill>
            <a:prstDash val="solid"/>
          </a:ln>
        </p:spPr>
      </p:sp>
      <p:sp>
        <p:nvSpPr>
          <p:cNvPr id="65" name="Shape 20">
            <a:extLst>
              <a:ext uri="{FF2B5EF4-FFF2-40B4-BE49-F238E27FC236}">
                <a16:creationId xmlns:a16="http://schemas.microsoft.com/office/drawing/2014/main" id="{7FB71082-97B1-2276-E193-275C0C171921}"/>
              </a:ext>
            </a:extLst>
          </p:cNvPr>
          <p:cNvSpPr/>
          <p:nvPr/>
        </p:nvSpPr>
        <p:spPr>
          <a:xfrm>
            <a:off x="6580410" y="3204858"/>
            <a:ext cx="109755" cy="146341"/>
          </a:xfrm>
          <a:custGeom>
            <a:avLst/>
            <a:gdLst/>
            <a:ahLst/>
            <a:cxnLst/>
            <a:rect l="l" t="t" r="r" b="b"/>
            <a:pathLst>
              <a:path w="109755" h="146341">
                <a:moveTo>
                  <a:pt x="9146" y="0"/>
                </a:moveTo>
                <a:cubicBezTo>
                  <a:pt x="4087" y="0"/>
                  <a:pt x="0" y="4087"/>
                  <a:pt x="0" y="9146"/>
                </a:cubicBezTo>
                <a:cubicBezTo>
                  <a:pt x="0" y="14205"/>
                  <a:pt x="4087" y="18293"/>
                  <a:pt x="9146" y="18293"/>
                </a:cubicBezTo>
                <a:lnTo>
                  <a:pt x="9146" y="21437"/>
                </a:lnTo>
                <a:cubicBezTo>
                  <a:pt x="9146" y="33555"/>
                  <a:pt x="13977" y="45188"/>
                  <a:pt x="22551" y="53763"/>
                </a:cubicBezTo>
                <a:lnTo>
                  <a:pt x="41959" y="73170"/>
                </a:lnTo>
                <a:lnTo>
                  <a:pt x="22551" y="92578"/>
                </a:lnTo>
                <a:cubicBezTo>
                  <a:pt x="13977" y="101152"/>
                  <a:pt x="9146" y="112785"/>
                  <a:pt x="9146" y="124904"/>
                </a:cubicBezTo>
                <a:lnTo>
                  <a:pt x="9146" y="128048"/>
                </a:lnTo>
                <a:cubicBezTo>
                  <a:pt x="4087" y="128048"/>
                  <a:pt x="0" y="132135"/>
                  <a:pt x="0" y="137194"/>
                </a:cubicBezTo>
                <a:cubicBezTo>
                  <a:pt x="0" y="142253"/>
                  <a:pt x="4087" y="146341"/>
                  <a:pt x="9146" y="146341"/>
                </a:cubicBezTo>
                <a:lnTo>
                  <a:pt x="100609" y="146341"/>
                </a:lnTo>
                <a:cubicBezTo>
                  <a:pt x="105668" y="146341"/>
                  <a:pt x="109755" y="142253"/>
                  <a:pt x="109755" y="137194"/>
                </a:cubicBezTo>
                <a:cubicBezTo>
                  <a:pt x="109755" y="132135"/>
                  <a:pt x="105668" y="128048"/>
                  <a:pt x="100609" y="128048"/>
                </a:cubicBezTo>
                <a:lnTo>
                  <a:pt x="100609" y="124904"/>
                </a:lnTo>
                <a:cubicBezTo>
                  <a:pt x="100609" y="112785"/>
                  <a:pt x="95779" y="101152"/>
                  <a:pt x="87204" y="92578"/>
                </a:cubicBezTo>
                <a:lnTo>
                  <a:pt x="67797" y="73170"/>
                </a:lnTo>
                <a:lnTo>
                  <a:pt x="87204" y="53763"/>
                </a:lnTo>
                <a:cubicBezTo>
                  <a:pt x="95779" y="45188"/>
                  <a:pt x="100609" y="33555"/>
                  <a:pt x="100609" y="21437"/>
                </a:cubicBezTo>
                <a:lnTo>
                  <a:pt x="100609" y="18293"/>
                </a:lnTo>
                <a:cubicBezTo>
                  <a:pt x="105668" y="18293"/>
                  <a:pt x="109755" y="14205"/>
                  <a:pt x="109755" y="9146"/>
                </a:cubicBezTo>
                <a:cubicBezTo>
                  <a:pt x="109755" y="4087"/>
                  <a:pt x="105668" y="0"/>
                  <a:pt x="100609" y="0"/>
                </a:cubicBezTo>
                <a:lnTo>
                  <a:pt x="9146" y="0"/>
                </a:lnTo>
                <a:close/>
                <a:moveTo>
                  <a:pt x="27439" y="21437"/>
                </a:moveTo>
                <a:lnTo>
                  <a:pt x="27439" y="18293"/>
                </a:lnTo>
                <a:lnTo>
                  <a:pt x="82317" y="18293"/>
                </a:lnTo>
                <a:lnTo>
                  <a:pt x="82317" y="21437"/>
                </a:lnTo>
                <a:cubicBezTo>
                  <a:pt x="82317" y="26867"/>
                  <a:pt x="80716" y="32126"/>
                  <a:pt x="77743" y="36585"/>
                </a:cubicBezTo>
                <a:lnTo>
                  <a:pt x="32012" y="36585"/>
                </a:lnTo>
                <a:cubicBezTo>
                  <a:pt x="29068" y="32126"/>
                  <a:pt x="27439" y="26867"/>
                  <a:pt x="27439" y="21437"/>
                </a:cubicBezTo>
                <a:close/>
                <a:moveTo>
                  <a:pt x="32012" y="109755"/>
                </a:moveTo>
                <a:cubicBezTo>
                  <a:pt x="33012" y="108241"/>
                  <a:pt x="34184" y="106811"/>
                  <a:pt x="35470" y="105497"/>
                </a:cubicBezTo>
                <a:lnTo>
                  <a:pt x="54878" y="86089"/>
                </a:lnTo>
                <a:lnTo>
                  <a:pt x="74285" y="105497"/>
                </a:lnTo>
                <a:cubicBezTo>
                  <a:pt x="75600" y="106811"/>
                  <a:pt x="76743" y="108241"/>
                  <a:pt x="77772" y="109755"/>
                </a:cubicBezTo>
                <a:lnTo>
                  <a:pt x="32012" y="109755"/>
                </a:lnTo>
                <a:close/>
              </a:path>
            </a:pathLst>
          </a:custGeom>
          <a:solidFill>
            <a:srgbClr val="FF0000"/>
          </a:solidFill>
          <a:ln/>
        </p:spPr>
      </p:sp>
      <p:sp>
        <p:nvSpPr>
          <p:cNvPr id="66" name="Text 21">
            <a:extLst>
              <a:ext uri="{FF2B5EF4-FFF2-40B4-BE49-F238E27FC236}">
                <a16:creationId xmlns:a16="http://schemas.microsoft.com/office/drawing/2014/main" id="{FE26168B-F186-ACC3-7FA0-FBA678A53AEA}"/>
              </a:ext>
            </a:extLst>
          </p:cNvPr>
          <p:cNvSpPr/>
          <p:nvPr/>
        </p:nvSpPr>
        <p:spPr>
          <a:xfrm>
            <a:off x="6836506" y="3168273"/>
            <a:ext cx="2734740" cy="219511"/>
          </a:xfrm>
          <a:prstGeom prst="rect">
            <a:avLst/>
          </a:prstGeom>
          <a:noFill/>
          <a:ln/>
        </p:spPr>
        <p:txBody>
          <a:bodyPr wrap="square" lIns="0" tIns="0" rIns="0" bIns="0" rtlCol="0" anchor="ctr"/>
          <a:lstStyle/>
          <a:p>
            <a:pPr>
              <a:lnSpc>
                <a:spcPct val="130000"/>
              </a:lnSpc>
            </a:pPr>
            <a:r>
              <a:rPr lang="en-US" sz="1152" b="1" dirty="0">
                <a:solidFill>
                  <a:srgbClr val="1F2937"/>
                </a:solidFill>
                <a:latin typeface="Times New Roman" panose="02020603050405020304" pitchFamily="18" charset="0"/>
                <a:ea typeface="Sorts Mill Goudy" pitchFamily="34" charset="-122"/>
                <a:cs typeface="Times New Roman" panose="02020603050405020304" pitchFamily="18" charset="0"/>
              </a:rPr>
              <a:t>Long Press (&gt;500ms)</a:t>
            </a:r>
            <a:endParaRPr lang="en-US" sz="1600" dirty="0">
              <a:latin typeface="Times New Roman" panose="02020603050405020304" pitchFamily="18" charset="0"/>
              <a:cs typeface="Times New Roman" panose="02020603050405020304" pitchFamily="18" charset="0"/>
            </a:endParaRPr>
          </a:p>
        </p:txBody>
      </p:sp>
      <p:sp>
        <p:nvSpPr>
          <p:cNvPr id="67" name="Text 22">
            <a:extLst>
              <a:ext uri="{FF2B5EF4-FFF2-40B4-BE49-F238E27FC236}">
                <a16:creationId xmlns:a16="http://schemas.microsoft.com/office/drawing/2014/main" id="{EC7F5D69-9D5E-B4E8-2C52-A9A162C75E96}"/>
              </a:ext>
            </a:extLst>
          </p:cNvPr>
          <p:cNvSpPr/>
          <p:nvPr/>
        </p:nvSpPr>
        <p:spPr>
          <a:xfrm>
            <a:off x="6836506" y="3387784"/>
            <a:ext cx="2734740" cy="219511"/>
          </a:xfrm>
          <a:prstGeom prst="rect">
            <a:avLst/>
          </a:prstGeom>
          <a:noFill/>
          <a:ln/>
        </p:spPr>
        <p:txBody>
          <a:bodyPr wrap="square" lIns="0" tIns="0" rIns="0" bIns="0" rtlCol="0" anchor="ctr"/>
          <a:lstStyle/>
          <a:p>
            <a:pPr>
              <a:lnSpc>
                <a:spcPct val="130000"/>
              </a:lnSpc>
            </a:pPr>
            <a:r>
              <a:rPr lang="en-US" sz="1152" dirty="0">
                <a:solidFill>
                  <a:srgbClr val="6B7280"/>
                </a:solidFill>
                <a:latin typeface="Times New Roman" panose="02020603050405020304" pitchFamily="18" charset="0"/>
                <a:ea typeface="Sorts Mill Goudy" pitchFamily="34" charset="-122"/>
                <a:cs typeface="Times New Roman" panose="02020603050405020304" pitchFamily="18" charset="0"/>
              </a:rPr>
              <a:t>Cycles through speed levels 1→2→3→4→1</a:t>
            </a:r>
            <a:endParaRPr lang="en-US" sz="1600" dirty="0">
              <a:latin typeface="Times New Roman" panose="02020603050405020304" pitchFamily="18" charset="0"/>
              <a:cs typeface="Times New Roman" panose="02020603050405020304" pitchFamily="18" charset="0"/>
            </a:endParaRPr>
          </a:p>
        </p:txBody>
      </p:sp>
      <p:sp>
        <p:nvSpPr>
          <p:cNvPr id="68" name="Shape 23">
            <a:extLst>
              <a:ext uri="{FF2B5EF4-FFF2-40B4-BE49-F238E27FC236}">
                <a16:creationId xmlns:a16="http://schemas.microsoft.com/office/drawing/2014/main" id="{CCE16ED7-D1AE-3D03-B489-F1A90BA30C86}"/>
              </a:ext>
            </a:extLst>
          </p:cNvPr>
          <p:cNvSpPr/>
          <p:nvPr/>
        </p:nvSpPr>
        <p:spPr>
          <a:xfrm>
            <a:off x="6210901" y="4057295"/>
            <a:ext cx="5613991" cy="1909745"/>
          </a:xfrm>
          <a:custGeom>
            <a:avLst/>
            <a:gdLst/>
            <a:ahLst/>
            <a:cxnLst/>
            <a:rect l="l" t="t" r="r" b="b"/>
            <a:pathLst>
              <a:path w="5613991" h="1909745">
                <a:moveTo>
                  <a:pt x="0" y="0"/>
                </a:moveTo>
                <a:lnTo>
                  <a:pt x="5613991" y="0"/>
                </a:lnTo>
                <a:lnTo>
                  <a:pt x="5613991" y="1909745"/>
                </a:lnTo>
                <a:lnTo>
                  <a:pt x="0" y="1909745"/>
                </a:lnTo>
                <a:lnTo>
                  <a:pt x="0" y="0"/>
                </a:lnTo>
                <a:close/>
              </a:path>
            </a:pathLst>
          </a:custGeom>
          <a:solidFill>
            <a:srgbClr val="FFFFFF"/>
          </a:solidFill>
          <a:ln w="10160">
            <a:solidFill>
              <a:srgbClr val="D1D5DC"/>
            </a:solidFill>
            <a:prstDash val="solid"/>
          </a:ln>
        </p:spPr>
      </p:sp>
      <p:sp>
        <p:nvSpPr>
          <p:cNvPr id="69" name="Text 24">
            <a:extLst>
              <a:ext uri="{FF2B5EF4-FFF2-40B4-BE49-F238E27FC236}">
                <a16:creationId xmlns:a16="http://schemas.microsoft.com/office/drawing/2014/main" id="{8ED5A5C4-5E10-0D7A-76FE-D5B489866A30}"/>
              </a:ext>
            </a:extLst>
          </p:cNvPr>
          <p:cNvSpPr/>
          <p:nvPr/>
        </p:nvSpPr>
        <p:spPr>
          <a:xfrm>
            <a:off x="6324314" y="5735175"/>
            <a:ext cx="5387163" cy="219511"/>
          </a:xfrm>
          <a:prstGeom prst="rect">
            <a:avLst/>
          </a:prstGeom>
          <a:noFill/>
          <a:ln/>
        </p:spPr>
        <p:txBody>
          <a:bodyPr wrap="square" lIns="0" tIns="0" rIns="0" bIns="0" rtlCol="0" anchor="ctr"/>
          <a:lstStyle/>
          <a:p>
            <a:pPr algn="ctr">
              <a:lnSpc>
                <a:spcPct val="130000"/>
              </a:lnSpc>
            </a:pPr>
            <a:r>
              <a:rPr lang="en-US" sz="1152" dirty="0">
                <a:solidFill>
                  <a:srgbClr val="6B7280"/>
                </a:solidFill>
                <a:latin typeface="Times New Roman" panose="02020603050405020304" pitchFamily="18" charset="0"/>
                <a:ea typeface="Sorts Mill Goudy" pitchFamily="34" charset="-122"/>
                <a:cs typeface="Times New Roman" panose="02020603050405020304" pitchFamily="18" charset="0"/>
              </a:rPr>
              <a:t>Figure 3: Capacitive Fan Speed Regulator Circuit Diagram</a:t>
            </a:r>
            <a:endParaRPr lang="en-US" sz="1600" dirty="0">
              <a:latin typeface="Times New Roman" panose="02020603050405020304" pitchFamily="18" charset="0"/>
              <a:cs typeface="Times New Roman" panose="02020603050405020304" pitchFamily="18" charset="0"/>
            </a:endParaRPr>
          </a:p>
        </p:txBody>
      </p:sp>
      <p:sp>
        <p:nvSpPr>
          <p:cNvPr id="70" name="Shape 25">
            <a:extLst>
              <a:ext uri="{FF2B5EF4-FFF2-40B4-BE49-F238E27FC236}">
                <a16:creationId xmlns:a16="http://schemas.microsoft.com/office/drawing/2014/main" id="{28A4750D-9360-6E34-D0D4-971A1A51D76A}"/>
              </a:ext>
            </a:extLst>
          </p:cNvPr>
          <p:cNvSpPr/>
          <p:nvPr/>
        </p:nvSpPr>
        <p:spPr>
          <a:xfrm>
            <a:off x="6210901" y="6051874"/>
            <a:ext cx="5613991" cy="739020"/>
          </a:xfrm>
          <a:custGeom>
            <a:avLst/>
            <a:gdLst/>
            <a:ahLst/>
            <a:cxnLst/>
            <a:rect l="l" t="t" r="r" b="b"/>
            <a:pathLst>
              <a:path w="5613991" h="739020">
                <a:moveTo>
                  <a:pt x="0" y="0"/>
                </a:moveTo>
                <a:lnTo>
                  <a:pt x="5613991" y="0"/>
                </a:lnTo>
                <a:lnTo>
                  <a:pt x="5613991" y="739020"/>
                </a:lnTo>
                <a:lnTo>
                  <a:pt x="0" y="739020"/>
                </a:lnTo>
                <a:lnTo>
                  <a:pt x="0" y="0"/>
                </a:lnTo>
                <a:close/>
              </a:path>
            </a:pathLst>
          </a:custGeom>
          <a:solidFill>
            <a:srgbClr val="8B0000">
              <a:alpha val="5098"/>
            </a:srgbClr>
          </a:solidFill>
          <a:ln w="10160">
            <a:solidFill>
              <a:srgbClr val="8B0000">
                <a:alpha val="20000"/>
              </a:srgbClr>
            </a:solidFill>
            <a:prstDash val="solid"/>
          </a:ln>
        </p:spPr>
      </p:sp>
      <p:sp>
        <p:nvSpPr>
          <p:cNvPr id="71" name="Shape 26">
            <a:extLst>
              <a:ext uri="{FF2B5EF4-FFF2-40B4-BE49-F238E27FC236}">
                <a16:creationId xmlns:a16="http://schemas.microsoft.com/office/drawing/2014/main" id="{ADB08B34-E5C3-4020-CF25-6476BCE1E15D}"/>
              </a:ext>
            </a:extLst>
          </p:cNvPr>
          <p:cNvSpPr/>
          <p:nvPr/>
        </p:nvSpPr>
        <p:spPr>
          <a:xfrm>
            <a:off x="6388338" y="6285330"/>
            <a:ext cx="128048" cy="146341"/>
          </a:xfrm>
          <a:custGeom>
            <a:avLst/>
            <a:gdLst/>
            <a:ahLst/>
            <a:cxnLst/>
            <a:rect l="l" t="t" r="r" b="b"/>
            <a:pathLst>
              <a:path w="128048" h="146341">
                <a:moveTo>
                  <a:pt x="96836" y="-2830"/>
                </a:moveTo>
                <a:cubicBezTo>
                  <a:pt x="100238" y="-372"/>
                  <a:pt x="101495" y="4087"/>
                  <a:pt x="99952" y="7974"/>
                </a:cubicBezTo>
                <a:lnTo>
                  <a:pt x="77543" y="64024"/>
                </a:lnTo>
                <a:lnTo>
                  <a:pt x="118902" y="64024"/>
                </a:lnTo>
                <a:cubicBezTo>
                  <a:pt x="122760" y="64024"/>
                  <a:pt x="126190" y="66425"/>
                  <a:pt x="127505" y="70055"/>
                </a:cubicBezTo>
                <a:cubicBezTo>
                  <a:pt x="128820" y="73685"/>
                  <a:pt x="127705" y="77743"/>
                  <a:pt x="124761" y="80202"/>
                </a:cubicBezTo>
                <a:lnTo>
                  <a:pt x="42444" y="148799"/>
                </a:lnTo>
                <a:cubicBezTo>
                  <a:pt x="39215" y="151485"/>
                  <a:pt x="34613" y="151628"/>
                  <a:pt x="31212" y="149170"/>
                </a:cubicBezTo>
                <a:cubicBezTo>
                  <a:pt x="27810" y="146712"/>
                  <a:pt x="26553" y="142253"/>
                  <a:pt x="28096" y="138366"/>
                </a:cubicBezTo>
                <a:lnTo>
                  <a:pt x="50505" y="82317"/>
                </a:lnTo>
                <a:lnTo>
                  <a:pt x="9146" y="82317"/>
                </a:lnTo>
                <a:cubicBezTo>
                  <a:pt x="5288" y="82317"/>
                  <a:pt x="1858" y="79916"/>
                  <a:pt x="543" y="76286"/>
                </a:cubicBezTo>
                <a:cubicBezTo>
                  <a:pt x="-772" y="72656"/>
                  <a:pt x="343" y="68597"/>
                  <a:pt x="3287" y="66139"/>
                </a:cubicBezTo>
                <a:lnTo>
                  <a:pt x="85604" y="-2458"/>
                </a:lnTo>
                <a:cubicBezTo>
                  <a:pt x="88833" y="-5145"/>
                  <a:pt x="93435" y="-5288"/>
                  <a:pt x="96836" y="-2830"/>
                </a:cubicBezTo>
                <a:close/>
              </a:path>
            </a:pathLst>
          </a:custGeom>
          <a:solidFill>
            <a:srgbClr val="FFC000"/>
          </a:solidFill>
          <a:ln/>
        </p:spPr>
      </p:sp>
      <p:sp>
        <p:nvSpPr>
          <p:cNvPr id="72" name="Text 27">
            <a:extLst>
              <a:ext uri="{FF2B5EF4-FFF2-40B4-BE49-F238E27FC236}">
                <a16:creationId xmlns:a16="http://schemas.microsoft.com/office/drawing/2014/main" id="{2D2D50D9-A561-16C3-AB9E-22F7CD415921}"/>
              </a:ext>
            </a:extLst>
          </p:cNvPr>
          <p:cNvSpPr/>
          <p:nvPr/>
        </p:nvSpPr>
        <p:spPr>
          <a:xfrm>
            <a:off x="6596521" y="6270695"/>
            <a:ext cx="5151541" cy="439022"/>
          </a:xfrm>
          <a:prstGeom prst="rect">
            <a:avLst/>
          </a:prstGeom>
          <a:noFill/>
          <a:ln/>
        </p:spPr>
        <p:txBody>
          <a:bodyPr wrap="square" lIns="0" tIns="0" rIns="0" bIns="0" rtlCol="0" anchor="ctr"/>
          <a:lstStyle/>
          <a:p>
            <a:pPr>
              <a:lnSpc>
                <a:spcPct val="130000"/>
              </a:lnSpc>
            </a:pPr>
            <a:r>
              <a:rPr lang="en-US" sz="1152" b="1" dirty="0">
                <a:solidFill>
                  <a:srgbClr val="1F2937"/>
                </a:solidFill>
                <a:latin typeface="Times New Roman" panose="02020603050405020304" pitchFamily="18" charset="0"/>
                <a:ea typeface="Sorts Mill Goudy" pitchFamily="34" charset="-122"/>
                <a:cs typeface="Times New Roman" panose="02020603050405020304" pitchFamily="18" charset="0"/>
              </a:rPr>
              <a:t>Circuit Components:</a:t>
            </a:r>
            <a:r>
              <a:rPr lang="en-US" sz="1152" dirty="0">
                <a:solidFill>
                  <a:srgbClr val="1F2937"/>
                </a:solidFill>
                <a:latin typeface="Times New Roman" panose="02020603050405020304" pitchFamily="18" charset="0"/>
                <a:ea typeface="Sorts Mill Goudy" pitchFamily="34" charset="-122"/>
                <a:cs typeface="Times New Roman" panose="02020603050405020304" pitchFamily="18" charset="0"/>
              </a:rPr>
              <a:t> R1,R3 = 220kΩ, R2,R4 = 2.2Ω, C1 = 1.0µF/400V(CB22 105J400V), C2 = 2.2µF/400V</a:t>
            </a:r>
            <a:r>
              <a:rPr lang="en-US" sz="1150" dirty="0">
                <a:solidFill>
                  <a:srgbClr val="1F2937"/>
                </a:solidFill>
                <a:latin typeface="Times New Roman" panose="02020603050405020304" pitchFamily="18" charset="0"/>
                <a:ea typeface="Sorts Mill Goudy" pitchFamily="34" charset="-122"/>
                <a:cs typeface="Times New Roman" panose="02020603050405020304" pitchFamily="18" charset="0"/>
              </a:rPr>
              <a:t>(CB22 225J400V)</a:t>
            </a:r>
            <a:endParaRPr lang="en-US" sz="1150" dirty="0">
              <a:latin typeface="Times New Roman" panose="02020603050405020304" pitchFamily="18" charset="0"/>
              <a:cs typeface="Times New Roman" panose="02020603050405020304" pitchFamily="18" charset="0"/>
            </a:endParaRPr>
          </a:p>
        </p:txBody>
      </p:sp>
      <p:sp>
        <p:nvSpPr>
          <p:cNvPr id="73" name="Rectangle: Rounded Corners 72">
            <a:extLst>
              <a:ext uri="{FF2B5EF4-FFF2-40B4-BE49-F238E27FC236}">
                <a16:creationId xmlns:a16="http://schemas.microsoft.com/office/drawing/2014/main" id="{76297822-7872-AA3F-78AB-B1FDE95C0F2E}"/>
              </a:ext>
            </a:extLst>
          </p:cNvPr>
          <p:cNvSpPr/>
          <p:nvPr/>
        </p:nvSpPr>
        <p:spPr>
          <a:xfrm>
            <a:off x="6388338" y="4124976"/>
            <a:ext cx="5323139" cy="1610199"/>
          </a:xfrm>
          <a:prstGeom prst="roundRect">
            <a:avLst>
              <a:gd name="adj" fmla="val 10357"/>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prstDash val="dash"/>
              </a:ln>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784A5099-DA8B-76B6-0002-4907B2991158}"/>
              </a:ext>
            </a:extLst>
          </p:cNvPr>
          <p:cNvSpPr txBox="1"/>
          <p:nvPr/>
        </p:nvSpPr>
        <p:spPr>
          <a:xfrm>
            <a:off x="9280677" y="4305361"/>
            <a:ext cx="500458" cy="215444"/>
          </a:xfrm>
          <a:prstGeom prst="rect">
            <a:avLst/>
          </a:prstGeom>
          <a:noFill/>
        </p:spPr>
        <p:txBody>
          <a:bodyPr wrap="none" rtlCol="0">
            <a:spAutoFit/>
          </a:bodyPr>
          <a:lstStyle/>
          <a:p>
            <a:r>
              <a:rPr lang="en-IN" sz="800" dirty="0">
                <a:solidFill>
                  <a:srgbClr val="6B6B6B"/>
                </a:solidFill>
                <a:latin typeface="Times New Roman" panose="02020603050405020304" pitchFamily="18" charset="0"/>
                <a:cs typeface="Times New Roman" panose="02020603050405020304" pitchFamily="18" charset="0"/>
              </a:rPr>
              <a:t>Relay 1</a:t>
            </a:r>
          </a:p>
        </p:txBody>
      </p:sp>
      <p:sp>
        <p:nvSpPr>
          <p:cNvPr id="75" name="TextBox 74">
            <a:extLst>
              <a:ext uri="{FF2B5EF4-FFF2-40B4-BE49-F238E27FC236}">
                <a16:creationId xmlns:a16="http://schemas.microsoft.com/office/drawing/2014/main" id="{3EA81A5B-2DD4-C8DA-3218-88C330E31181}"/>
              </a:ext>
            </a:extLst>
          </p:cNvPr>
          <p:cNvSpPr txBox="1"/>
          <p:nvPr/>
        </p:nvSpPr>
        <p:spPr>
          <a:xfrm>
            <a:off x="10496077" y="4271071"/>
            <a:ext cx="500458" cy="215444"/>
          </a:xfrm>
          <a:prstGeom prst="rect">
            <a:avLst/>
          </a:prstGeom>
          <a:noFill/>
        </p:spPr>
        <p:txBody>
          <a:bodyPr wrap="none" rtlCol="0">
            <a:spAutoFit/>
          </a:bodyPr>
          <a:lstStyle/>
          <a:p>
            <a:r>
              <a:rPr lang="en-IN" sz="800" dirty="0">
                <a:solidFill>
                  <a:srgbClr val="6B6B6B"/>
                </a:solidFill>
                <a:latin typeface="Times New Roman" panose="02020603050405020304" pitchFamily="18" charset="0"/>
                <a:cs typeface="Times New Roman" panose="02020603050405020304" pitchFamily="18" charset="0"/>
              </a:rPr>
              <a:t>Relay 2</a:t>
            </a:r>
          </a:p>
        </p:txBody>
      </p:sp>
      <p:sp>
        <p:nvSpPr>
          <p:cNvPr id="76" name="TextBox 75">
            <a:extLst>
              <a:ext uri="{FF2B5EF4-FFF2-40B4-BE49-F238E27FC236}">
                <a16:creationId xmlns:a16="http://schemas.microsoft.com/office/drawing/2014/main" id="{35247259-6ED3-6EFA-67E8-6AC0FBDACEE6}"/>
              </a:ext>
            </a:extLst>
          </p:cNvPr>
          <p:cNvSpPr txBox="1"/>
          <p:nvPr/>
        </p:nvSpPr>
        <p:spPr>
          <a:xfrm>
            <a:off x="8289832" y="4636444"/>
            <a:ext cx="500458" cy="215444"/>
          </a:xfrm>
          <a:prstGeom prst="rect">
            <a:avLst/>
          </a:prstGeom>
          <a:noFill/>
        </p:spPr>
        <p:txBody>
          <a:bodyPr wrap="none" rtlCol="0">
            <a:spAutoFit/>
          </a:bodyPr>
          <a:lstStyle/>
          <a:p>
            <a:r>
              <a:rPr lang="en-IN" sz="800" dirty="0">
                <a:solidFill>
                  <a:srgbClr val="6B6B6B"/>
                </a:solidFill>
                <a:latin typeface="Times New Roman" panose="02020603050405020304" pitchFamily="18" charset="0"/>
                <a:cs typeface="Times New Roman" panose="02020603050405020304" pitchFamily="18" charset="0"/>
              </a:rPr>
              <a:t>Relay 3</a:t>
            </a:r>
          </a:p>
        </p:txBody>
      </p:sp>
      <p:sp>
        <p:nvSpPr>
          <p:cNvPr id="77" name="TextBox 76">
            <a:extLst>
              <a:ext uri="{FF2B5EF4-FFF2-40B4-BE49-F238E27FC236}">
                <a16:creationId xmlns:a16="http://schemas.microsoft.com/office/drawing/2014/main" id="{4926ECBD-F6C8-1809-8B8B-CDEAAB50ACAE}"/>
              </a:ext>
            </a:extLst>
          </p:cNvPr>
          <p:cNvSpPr txBox="1"/>
          <p:nvPr/>
        </p:nvSpPr>
        <p:spPr>
          <a:xfrm>
            <a:off x="6596521" y="4904445"/>
            <a:ext cx="854721" cy="215444"/>
          </a:xfrm>
          <a:prstGeom prst="rect">
            <a:avLst/>
          </a:prstGeom>
          <a:noFill/>
        </p:spPr>
        <p:txBody>
          <a:bodyPr wrap="none" rtlCol="0">
            <a:spAutoFit/>
          </a:bodyPr>
          <a:lstStyle/>
          <a:p>
            <a:r>
              <a:rPr lang="en-IN" sz="800" dirty="0">
                <a:solidFill>
                  <a:srgbClr val="6B6B6B"/>
                </a:solidFill>
                <a:latin typeface="Times New Roman" panose="02020603050405020304" pitchFamily="18" charset="0"/>
                <a:cs typeface="Times New Roman" panose="02020603050405020304" pitchFamily="18" charset="0"/>
              </a:rPr>
              <a:t>FAN / 60w bulb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8E0105C5-E4C8-4C60-5622-7E87FA9CE609}"/>
              </a:ext>
            </a:extLst>
          </p:cNvPr>
          <p:cNvSpPr/>
          <p:nvPr/>
        </p:nvSpPr>
        <p:spPr>
          <a:xfrm>
            <a:off x="317500" y="374576"/>
            <a:ext cx="11699875" cy="317500"/>
          </a:xfrm>
          <a:prstGeom prst="rect">
            <a:avLst/>
          </a:prstGeom>
          <a:noFill/>
          <a:ln/>
        </p:spPr>
        <p:txBody>
          <a:bodyPr wrap="square" lIns="0" tIns="0" rIns="0" bIns="0" rtlCol="0" anchor="ctr"/>
          <a:lstStyle/>
          <a:p>
            <a:pPr algn="ctr">
              <a:lnSpc>
                <a:spcPct val="90000"/>
              </a:lnSpc>
            </a:pPr>
            <a:r>
              <a:rPr lang="en-US" sz="2250" b="1" dirty="0">
                <a:solidFill>
                  <a:srgbClr val="0070C0"/>
                </a:solidFill>
                <a:latin typeface="Times New Roman" panose="02020603050405020304" pitchFamily="18" charset="0"/>
                <a:ea typeface="Sorts Mill Goudy" pitchFamily="34" charset="-122"/>
                <a:cs typeface="Times New Roman" panose="02020603050405020304" pitchFamily="18" charset="0"/>
              </a:rPr>
              <a:t>Emergency System Working</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FB4C4FA5-4DB6-2E84-ABBB-5A86A82DDD81}"/>
              </a:ext>
            </a:extLst>
          </p:cNvPr>
          <p:cNvSpPr/>
          <p:nvPr/>
        </p:nvSpPr>
        <p:spPr>
          <a:xfrm>
            <a:off x="333375" y="981636"/>
            <a:ext cx="5667375" cy="2984500"/>
          </a:xfrm>
          <a:custGeom>
            <a:avLst/>
            <a:gdLst/>
            <a:ahLst/>
            <a:cxnLst/>
            <a:rect l="l" t="t" r="r" b="b"/>
            <a:pathLst>
              <a:path w="5667375" h="2984500">
                <a:moveTo>
                  <a:pt x="0" y="0"/>
                </a:moveTo>
                <a:lnTo>
                  <a:pt x="5667375" y="0"/>
                </a:lnTo>
                <a:lnTo>
                  <a:pt x="5667375" y="2984500"/>
                </a:lnTo>
                <a:lnTo>
                  <a:pt x="0" y="2984500"/>
                </a:lnTo>
                <a:lnTo>
                  <a:pt x="0" y="0"/>
                </a:lnTo>
                <a:close/>
              </a:path>
            </a:pathLst>
          </a:custGeom>
          <a:solidFill>
            <a:srgbClr val="F9FAFB"/>
          </a:solidFill>
          <a:ln/>
        </p:spPr>
      </p:sp>
      <p:sp>
        <p:nvSpPr>
          <p:cNvPr id="4" name="Shape 3">
            <a:extLst>
              <a:ext uri="{FF2B5EF4-FFF2-40B4-BE49-F238E27FC236}">
                <a16:creationId xmlns:a16="http://schemas.microsoft.com/office/drawing/2014/main" id="{CA3FFBE8-0DE6-9739-B753-719553393301}"/>
              </a:ext>
            </a:extLst>
          </p:cNvPr>
          <p:cNvSpPr/>
          <p:nvPr/>
        </p:nvSpPr>
        <p:spPr>
          <a:xfrm>
            <a:off x="333375" y="981636"/>
            <a:ext cx="31750" cy="2984500"/>
          </a:xfrm>
          <a:custGeom>
            <a:avLst/>
            <a:gdLst/>
            <a:ahLst/>
            <a:cxnLst/>
            <a:rect l="l" t="t" r="r" b="b"/>
            <a:pathLst>
              <a:path w="31750" h="2984500">
                <a:moveTo>
                  <a:pt x="0" y="0"/>
                </a:moveTo>
                <a:lnTo>
                  <a:pt x="31750" y="0"/>
                </a:lnTo>
                <a:lnTo>
                  <a:pt x="31750" y="2984500"/>
                </a:lnTo>
                <a:lnTo>
                  <a:pt x="0" y="2984500"/>
                </a:lnTo>
                <a:lnTo>
                  <a:pt x="0" y="0"/>
                </a:lnTo>
                <a:close/>
              </a:path>
            </a:pathLst>
          </a:custGeom>
          <a:solidFill>
            <a:srgbClr val="00B050"/>
          </a:solidFill>
          <a:ln/>
        </p:spPr>
      </p:sp>
      <p:sp>
        <p:nvSpPr>
          <p:cNvPr id="5" name="Text 4">
            <a:extLst>
              <a:ext uri="{FF2B5EF4-FFF2-40B4-BE49-F238E27FC236}">
                <a16:creationId xmlns:a16="http://schemas.microsoft.com/office/drawing/2014/main" id="{C62F0284-8FD6-879A-CBAB-EAC1B025D8CE}"/>
              </a:ext>
            </a:extLst>
          </p:cNvPr>
          <p:cNvSpPr/>
          <p:nvPr/>
        </p:nvSpPr>
        <p:spPr>
          <a:xfrm>
            <a:off x="508000" y="1174750"/>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Fire Detection</a:t>
            </a:r>
            <a:endParaRPr lang="en-US" sz="16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28C06B30-C9C2-C021-B74F-6DEF17FCE362}"/>
              </a:ext>
            </a:extLst>
          </p:cNvPr>
          <p:cNvSpPr/>
          <p:nvPr/>
        </p:nvSpPr>
        <p:spPr>
          <a:xfrm>
            <a:off x="508000" y="1492250"/>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a:t>
            </a: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IR Flame sensor</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continuously monitors for fire using infrared detection. When fire is detected (sensor output HIGH), the system initiates the emergency protocol.</a:t>
            </a:r>
            <a:endParaRPr lang="en-US" sz="1600" dirty="0">
              <a:latin typeface="Times New Roman" panose="02020603050405020304" pitchFamily="18" charset="0"/>
              <a:cs typeface="Times New Roman" panose="02020603050405020304" pitchFamily="18" charset="0"/>
            </a:endParaRPr>
          </a:p>
        </p:txBody>
      </p:sp>
      <p:sp>
        <p:nvSpPr>
          <p:cNvPr id="7" name="Shape 6">
            <a:extLst>
              <a:ext uri="{FF2B5EF4-FFF2-40B4-BE49-F238E27FC236}">
                <a16:creationId xmlns:a16="http://schemas.microsoft.com/office/drawing/2014/main" id="{E3D4E063-429A-ADF0-6EF8-961BDB4540B7}"/>
              </a:ext>
            </a:extLst>
          </p:cNvPr>
          <p:cNvSpPr/>
          <p:nvPr/>
        </p:nvSpPr>
        <p:spPr>
          <a:xfrm>
            <a:off x="511175" y="2035175"/>
            <a:ext cx="5324475" cy="1808163"/>
          </a:xfrm>
          <a:custGeom>
            <a:avLst/>
            <a:gdLst/>
            <a:ahLst/>
            <a:cxnLst/>
            <a:rect l="l" t="t" r="r" b="b"/>
            <a:pathLst>
              <a:path w="5324475" h="1808163">
                <a:moveTo>
                  <a:pt x="0" y="0"/>
                </a:moveTo>
                <a:lnTo>
                  <a:pt x="5324475" y="0"/>
                </a:lnTo>
                <a:lnTo>
                  <a:pt x="5324475" y="1808163"/>
                </a:lnTo>
                <a:lnTo>
                  <a:pt x="0" y="1808163"/>
                </a:lnTo>
                <a:lnTo>
                  <a:pt x="0" y="0"/>
                </a:lnTo>
                <a:close/>
              </a:path>
            </a:pathLst>
          </a:custGeom>
          <a:solidFill>
            <a:srgbClr val="FFFFFF"/>
          </a:solidFill>
          <a:ln w="10160">
            <a:solidFill>
              <a:srgbClr val="D1D5DC"/>
            </a:solidFill>
            <a:prstDash val="solid"/>
          </a:ln>
        </p:spPr>
      </p:sp>
      <p:sp>
        <p:nvSpPr>
          <p:cNvPr id="8" name="Shape 7">
            <a:extLst>
              <a:ext uri="{FF2B5EF4-FFF2-40B4-BE49-F238E27FC236}">
                <a16:creationId xmlns:a16="http://schemas.microsoft.com/office/drawing/2014/main" id="{CB149ECD-4BD9-23F1-4B8E-DE8CF57E054B}"/>
              </a:ext>
            </a:extLst>
          </p:cNvPr>
          <p:cNvSpPr/>
          <p:nvPr/>
        </p:nvSpPr>
        <p:spPr>
          <a:xfrm>
            <a:off x="665163" y="2178049"/>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FFC000"/>
          </a:solidFill>
          <a:ln/>
        </p:spPr>
      </p:sp>
      <p:sp>
        <p:nvSpPr>
          <p:cNvPr id="9" name="Text 8">
            <a:extLst>
              <a:ext uri="{FF2B5EF4-FFF2-40B4-BE49-F238E27FC236}">
                <a16:creationId xmlns:a16="http://schemas.microsoft.com/office/drawing/2014/main" id="{0FB6FE44-A8CA-B498-F771-EA4CCC8D869C}"/>
              </a:ext>
            </a:extLst>
          </p:cNvPr>
          <p:cNvSpPr/>
          <p:nvPr/>
        </p:nvSpPr>
        <p:spPr>
          <a:xfrm>
            <a:off x="839788" y="2165352"/>
            <a:ext cx="4929188" cy="190500"/>
          </a:xfrm>
          <a:prstGeom prst="rect">
            <a:avLst/>
          </a:prstGeom>
          <a:noFill/>
          <a:ln/>
        </p:spPr>
        <p:txBody>
          <a:bodyPr wrap="square" lIns="0" tIns="0" rIns="0" bIns="0" rtlCol="0" anchor="ctr"/>
          <a:lstStyle/>
          <a:p>
            <a:pPr>
              <a:lnSpc>
                <a:spcPct val="130000"/>
              </a:lnSpc>
            </a:pPr>
            <a:r>
              <a:rPr lang="en-US" sz="1000" b="1" dirty="0">
                <a:solidFill>
                  <a:schemeClr val="accent4"/>
                </a:solidFill>
                <a:latin typeface="Times New Roman" panose="02020603050405020304" pitchFamily="18" charset="0"/>
                <a:ea typeface="Sorts Mill Goudy" pitchFamily="34" charset="-122"/>
                <a:cs typeface="Times New Roman" panose="02020603050405020304" pitchFamily="18" charset="0"/>
              </a:rPr>
              <a:t>Detection Logic</a:t>
            </a:r>
            <a:endParaRPr lang="en-US" sz="1600" dirty="0">
              <a:solidFill>
                <a:schemeClr val="accent4"/>
              </a:solidFill>
              <a:latin typeface="Times New Roman" panose="02020603050405020304" pitchFamily="18" charset="0"/>
              <a:cs typeface="Times New Roman" panose="02020603050405020304" pitchFamily="18" charset="0"/>
            </a:endParaRPr>
          </a:p>
        </p:txBody>
      </p:sp>
      <p:sp>
        <p:nvSpPr>
          <p:cNvPr id="10" name="Shape 9">
            <a:extLst>
              <a:ext uri="{FF2B5EF4-FFF2-40B4-BE49-F238E27FC236}">
                <a16:creationId xmlns:a16="http://schemas.microsoft.com/office/drawing/2014/main" id="{309C5EE9-B64C-DF9E-F454-5B5CEACD3F3D}"/>
              </a:ext>
            </a:extLst>
          </p:cNvPr>
          <p:cNvSpPr/>
          <p:nvPr/>
        </p:nvSpPr>
        <p:spPr>
          <a:xfrm>
            <a:off x="650875" y="2419352"/>
            <a:ext cx="5057775" cy="1293813"/>
          </a:xfrm>
          <a:custGeom>
            <a:avLst/>
            <a:gdLst/>
            <a:ahLst/>
            <a:cxnLst/>
            <a:rect l="l" t="t" r="r" b="b"/>
            <a:pathLst>
              <a:path w="5057775" h="1293813">
                <a:moveTo>
                  <a:pt x="0" y="0"/>
                </a:moveTo>
                <a:lnTo>
                  <a:pt x="5057775" y="0"/>
                </a:lnTo>
                <a:lnTo>
                  <a:pt x="5057775" y="1293813"/>
                </a:lnTo>
                <a:lnTo>
                  <a:pt x="0" y="1293813"/>
                </a:lnTo>
                <a:lnTo>
                  <a:pt x="0" y="0"/>
                </a:lnTo>
                <a:close/>
              </a:path>
            </a:pathLst>
          </a:custGeom>
          <a:solidFill>
            <a:srgbClr val="F9FAFB"/>
          </a:solidFill>
          <a:ln/>
        </p:spPr>
      </p:sp>
      <p:sp>
        <p:nvSpPr>
          <p:cNvPr id="11" name="Shape 10">
            <a:extLst>
              <a:ext uri="{FF2B5EF4-FFF2-40B4-BE49-F238E27FC236}">
                <a16:creationId xmlns:a16="http://schemas.microsoft.com/office/drawing/2014/main" id="{648C6A1B-0238-AD11-CEE6-C92EFD02908F}"/>
              </a:ext>
            </a:extLst>
          </p:cNvPr>
          <p:cNvSpPr/>
          <p:nvPr/>
        </p:nvSpPr>
        <p:spPr>
          <a:xfrm>
            <a:off x="650875" y="2419352"/>
            <a:ext cx="19050" cy="1293813"/>
          </a:xfrm>
          <a:custGeom>
            <a:avLst/>
            <a:gdLst/>
            <a:ahLst/>
            <a:cxnLst/>
            <a:rect l="l" t="t" r="r" b="b"/>
            <a:pathLst>
              <a:path w="19050" h="1293813">
                <a:moveTo>
                  <a:pt x="0" y="0"/>
                </a:moveTo>
                <a:lnTo>
                  <a:pt x="19050" y="0"/>
                </a:lnTo>
                <a:lnTo>
                  <a:pt x="19050" y="1293813"/>
                </a:lnTo>
                <a:lnTo>
                  <a:pt x="0" y="1293813"/>
                </a:lnTo>
                <a:lnTo>
                  <a:pt x="0" y="0"/>
                </a:lnTo>
                <a:close/>
              </a:path>
            </a:pathLst>
          </a:custGeom>
          <a:solidFill>
            <a:srgbClr val="FFC000"/>
          </a:solidFill>
          <a:ln/>
        </p:spPr>
      </p:sp>
      <p:sp>
        <p:nvSpPr>
          <p:cNvPr id="12" name="Text 11">
            <a:extLst>
              <a:ext uri="{FF2B5EF4-FFF2-40B4-BE49-F238E27FC236}">
                <a16:creationId xmlns:a16="http://schemas.microsoft.com/office/drawing/2014/main" id="{939A26A0-7B09-2D3B-1B3B-F24AD74C87AF}"/>
              </a:ext>
            </a:extLst>
          </p:cNvPr>
          <p:cNvSpPr/>
          <p:nvPr/>
        </p:nvSpPr>
        <p:spPr>
          <a:xfrm>
            <a:off x="755650" y="2520951"/>
            <a:ext cx="1675904" cy="101600"/>
          </a:xfrm>
          <a:prstGeom prst="rect">
            <a:avLst/>
          </a:prstGeom>
          <a:noFill/>
          <a:ln/>
        </p:spPr>
        <p:txBody>
          <a:bodyPr wrap="square" lIns="0" tIns="0" rIns="0" bIns="0" rtlCol="0" anchor="ctr"/>
          <a:lstStyle/>
          <a:p>
            <a:pPr>
              <a:lnSpc>
                <a:spcPct val="120000"/>
              </a:lnSpc>
            </a:pPr>
            <a:r>
              <a:rPr lang="en-US" sz="688" dirty="0">
                <a:solidFill>
                  <a:srgbClr val="6B7280"/>
                </a:solidFill>
                <a:latin typeface="Times New Roman" panose="02020603050405020304" pitchFamily="18" charset="0"/>
                <a:ea typeface="MiSans" pitchFamily="34" charset="-122"/>
                <a:cs typeface="Times New Roman" panose="02020603050405020304" pitchFamily="18" charset="0"/>
              </a:rPr>
              <a:t>// Fire Sensor Logic (ACTIVE HIGH)</a:t>
            </a:r>
            <a:endParaRPr lang="en-US" sz="1600" dirty="0">
              <a:latin typeface="Times New Roman" panose="02020603050405020304" pitchFamily="18" charset="0"/>
              <a:cs typeface="Times New Roman" panose="02020603050405020304" pitchFamily="18" charset="0"/>
            </a:endParaRPr>
          </a:p>
        </p:txBody>
      </p:sp>
      <p:sp>
        <p:nvSpPr>
          <p:cNvPr id="13" name="Text 12">
            <a:extLst>
              <a:ext uri="{FF2B5EF4-FFF2-40B4-BE49-F238E27FC236}">
                <a16:creationId xmlns:a16="http://schemas.microsoft.com/office/drawing/2014/main" id="{C35BF961-501B-3AE5-5E8C-F69C6002BF5E}"/>
              </a:ext>
            </a:extLst>
          </p:cNvPr>
          <p:cNvSpPr/>
          <p:nvPr/>
        </p:nvSpPr>
        <p:spPr>
          <a:xfrm>
            <a:off x="755650" y="2643188"/>
            <a:ext cx="1819870" cy="468313"/>
          </a:xfrm>
          <a:prstGeom prst="rect">
            <a:avLst/>
          </a:prstGeom>
          <a:noFill/>
          <a:ln/>
        </p:spPr>
        <p:txBody>
          <a:bodyPr wrap="square" lIns="0" tIns="0" rIns="0" bIns="0" rtlCol="0" anchor="ctr"/>
          <a:lstStyle/>
          <a:p>
            <a:pPr>
              <a:lnSpc>
                <a:spcPct val="120000"/>
              </a:lnSpc>
            </a:pPr>
            <a:r>
              <a:rPr lang="en-US" sz="688" dirty="0">
                <a:solidFill>
                  <a:srgbClr val="1F2937"/>
                </a:solidFill>
                <a:latin typeface="Times New Roman" panose="02020603050405020304" pitchFamily="18" charset="0"/>
                <a:ea typeface="MiSans" pitchFamily="34" charset="-122"/>
                <a:cs typeface="Times New Roman" panose="02020603050405020304" pitchFamily="18" charset="0"/>
              </a:rPr>
              <a:t>if (digitalRead(FLAME_PIN) == HIGH) { if (!fireActive) { fireActive = true;</a:t>
            </a:r>
          </a:p>
          <a:p>
            <a:pPr>
              <a:lnSpc>
                <a:spcPct val="120000"/>
              </a:lnSpc>
            </a:pPr>
            <a:r>
              <a:rPr lang="en-US" sz="688" dirty="0">
                <a:solidFill>
                  <a:srgbClr val="1F2937"/>
                </a:solidFill>
                <a:latin typeface="Times New Roman" panose="02020603050405020304" pitchFamily="18" charset="0"/>
                <a:ea typeface="MiSans" pitchFamily="34" charset="-122"/>
                <a:cs typeface="Times New Roman" panose="02020603050405020304" pitchFamily="18" charset="0"/>
              </a:rPr>
              <a:t> updateOled(</a:t>
            </a:r>
            <a:endParaRPr lang="en-US" sz="1600" dirty="0">
              <a:latin typeface="Times New Roman" panose="02020603050405020304" pitchFamily="18" charset="0"/>
              <a:cs typeface="Times New Roman" panose="02020603050405020304" pitchFamily="18" charset="0"/>
            </a:endParaRPr>
          </a:p>
        </p:txBody>
      </p:sp>
      <p:sp>
        <p:nvSpPr>
          <p:cNvPr id="14" name="Text 13">
            <a:extLst>
              <a:ext uri="{FF2B5EF4-FFF2-40B4-BE49-F238E27FC236}">
                <a16:creationId xmlns:a16="http://schemas.microsoft.com/office/drawing/2014/main" id="{AA959194-810D-11E5-DB64-3923B02338C4}"/>
              </a:ext>
            </a:extLst>
          </p:cNvPr>
          <p:cNvSpPr/>
          <p:nvPr/>
        </p:nvSpPr>
        <p:spPr>
          <a:xfrm>
            <a:off x="1311970" y="2945608"/>
            <a:ext cx="619720" cy="101600"/>
          </a:xfrm>
          <a:prstGeom prst="rect">
            <a:avLst/>
          </a:prstGeom>
          <a:noFill/>
          <a:ln/>
        </p:spPr>
        <p:txBody>
          <a:bodyPr wrap="square" lIns="0" tIns="0" rIns="0" bIns="0" rtlCol="0" anchor="ctr"/>
          <a:lstStyle/>
          <a:p>
            <a:pPr>
              <a:lnSpc>
                <a:spcPct val="120000"/>
              </a:lnSpc>
            </a:pPr>
            <a:r>
              <a:rPr lang="en-US" sz="688" dirty="0">
                <a:solidFill>
                  <a:srgbClr val="8B0000"/>
                </a:solidFill>
                <a:latin typeface="Times New Roman" panose="02020603050405020304" pitchFamily="18" charset="0"/>
                <a:ea typeface="MiSans" pitchFamily="34" charset="-122"/>
                <a:cs typeface="Times New Roman" panose="02020603050405020304" pitchFamily="18" charset="0"/>
              </a:rPr>
              <a:t>"!! FIRE !!"</a:t>
            </a:r>
            <a:r>
              <a:rPr lang="en-US" sz="800" dirty="0">
                <a:solidFill>
                  <a:srgbClr val="1F2937"/>
                </a:solidFill>
                <a:latin typeface="Times New Roman" panose="02020603050405020304" pitchFamily="18" charset="0"/>
                <a:ea typeface="MiSans" pitchFamily="34" charset="-122"/>
                <a:cs typeface="Times New Roman" panose="02020603050405020304" pitchFamily="18" charset="0"/>
              </a:rPr>
              <a:t> ); } </a:t>
            </a:r>
            <a:endParaRPr lang="en-US" sz="1600" dirty="0">
              <a:latin typeface="Times New Roman" panose="02020603050405020304" pitchFamily="18" charset="0"/>
              <a:cs typeface="Times New Roman" panose="02020603050405020304" pitchFamily="18" charset="0"/>
            </a:endParaRPr>
          </a:p>
        </p:txBody>
      </p:sp>
      <p:sp>
        <p:nvSpPr>
          <p:cNvPr id="15" name="Text 14">
            <a:extLst>
              <a:ext uri="{FF2B5EF4-FFF2-40B4-BE49-F238E27FC236}">
                <a16:creationId xmlns:a16="http://schemas.microsoft.com/office/drawing/2014/main" id="{B04B959E-4B34-9B78-7DF6-FA0B7FDC85F9}"/>
              </a:ext>
            </a:extLst>
          </p:cNvPr>
          <p:cNvSpPr/>
          <p:nvPr/>
        </p:nvSpPr>
        <p:spPr>
          <a:xfrm>
            <a:off x="755650" y="3009902"/>
            <a:ext cx="1579860" cy="468313"/>
          </a:xfrm>
          <a:prstGeom prst="rect">
            <a:avLst/>
          </a:prstGeom>
          <a:noFill/>
          <a:ln/>
        </p:spPr>
        <p:txBody>
          <a:bodyPr wrap="square" lIns="0" tIns="0" rIns="0" bIns="0" rtlCol="0" anchor="ctr"/>
          <a:lstStyle/>
          <a:p>
            <a:pPr>
              <a:lnSpc>
                <a:spcPct val="120000"/>
              </a:lnSpc>
            </a:pPr>
            <a:r>
              <a:rPr lang="en-US" sz="688" dirty="0">
                <a:solidFill>
                  <a:srgbClr val="1F2937"/>
                </a:solidFill>
                <a:latin typeface="Times New Roman" panose="02020603050405020304" pitchFamily="18" charset="0"/>
                <a:ea typeface="MiSans" pitchFamily="34" charset="-122"/>
                <a:cs typeface="Times New Roman" panose="02020603050405020304" pitchFamily="18" charset="0"/>
              </a:rPr>
              <a:t>if (activeClient.connected()) activeClient.print(</a:t>
            </a:r>
            <a:endParaRPr lang="en-US" sz="1600" dirty="0">
              <a:latin typeface="Times New Roman" panose="02020603050405020304" pitchFamily="18" charset="0"/>
              <a:cs typeface="Times New Roman" panose="02020603050405020304" pitchFamily="18" charset="0"/>
            </a:endParaRPr>
          </a:p>
        </p:txBody>
      </p:sp>
      <p:sp>
        <p:nvSpPr>
          <p:cNvPr id="16" name="Text 15">
            <a:extLst>
              <a:ext uri="{FF2B5EF4-FFF2-40B4-BE49-F238E27FC236}">
                <a16:creationId xmlns:a16="http://schemas.microsoft.com/office/drawing/2014/main" id="{B89479AB-8675-43B4-10F9-E841D04B499B}"/>
              </a:ext>
            </a:extLst>
          </p:cNvPr>
          <p:cNvSpPr/>
          <p:nvPr/>
        </p:nvSpPr>
        <p:spPr>
          <a:xfrm>
            <a:off x="1859855" y="3376612"/>
            <a:ext cx="187722" cy="101600"/>
          </a:xfrm>
          <a:prstGeom prst="rect">
            <a:avLst/>
          </a:prstGeom>
          <a:noFill/>
          <a:ln/>
        </p:spPr>
        <p:txBody>
          <a:bodyPr wrap="square" lIns="0" tIns="0" rIns="0" bIns="0" rtlCol="0" anchor="ctr"/>
          <a:lstStyle/>
          <a:p>
            <a:pPr>
              <a:lnSpc>
                <a:spcPct val="120000"/>
              </a:lnSpc>
            </a:pPr>
            <a:r>
              <a:rPr lang="en-US" sz="688" dirty="0">
                <a:solidFill>
                  <a:srgbClr val="8B0000"/>
                </a:solidFill>
                <a:latin typeface="Times New Roman" panose="02020603050405020304" pitchFamily="18" charset="0"/>
                <a:ea typeface="MiSans" pitchFamily="34" charset="-122"/>
                <a:cs typeface="Times New Roman" panose="02020603050405020304" pitchFamily="18" charset="0"/>
              </a:rPr>
              <a:t>'F'</a:t>
            </a:r>
            <a:endParaRPr lang="en-US" sz="1600" dirty="0">
              <a:latin typeface="Times New Roman" panose="02020603050405020304" pitchFamily="18" charset="0"/>
              <a:cs typeface="Times New Roman" panose="02020603050405020304" pitchFamily="18" charset="0"/>
            </a:endParaRPr>
          </a:p>
        </p:txBody>
      </p:sp>
      <p:sp>
        <p:nvSpPr>
          <p:cNvPr id="17" name="Text 16">
            <a:extLst>
              <a:ext uri="{FF2B5EF4-FFF2-40B4-BE49-F238E27FC236}">
                <a16:creationId xmlns:a16="http://schemas.microsoft.com/office/drawing/2014/main" id="{D9FD60FC-B98C-5AD7-8D73-062212578F57}"/>
              </a:ext>
            </a:extLst>
          </p:cNvPr>
          <p:cNvSpPr/>
          <p:nvPr/>
        </p:nvSpPr>
        <p:spPr>
          <a:xfrm>
            <a:off x="755650" y="3376612"/>
            <a:ext cx="1387971" cy="223838"/>
          </a:xfrm>
          <a:prstGeom prst="rect">
            <a:avLst/>
          </a:prstGeom>
          <a:noFill/>
          <a:ln/>
        </p:spPr>
        <p:txBody>
          <a:bodyPr wrap="square" lIns="0" tIns="0" rIns="0" bIns="0" rtlCol="0" anchor="ctr"/>
          <a:lstStyle/>
          <a:p>
            <a:pPr>
              <a:lnSpc>
                <a:spcPct val="120000"/>
              </a:lnSpc>
            </a:pPr>
            <a:r>
              <a:rPr lang="en-US" sz="688"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18" name="Shape 17">
            <a:extLst>
              <a:ext uri="{FF2B5EF4-FFF2-40B4-BE49-F238E27FC236}">
                <a16:creationId xmlns:a16="http://schemas.microsoft.com/office/drawing/2014/main" id="{9BAD03A3-9606-40BE-E7AD-A4B2024D56A8}"/>
              </a:ext>
            </a:extLst>
          </p:cNvPr>
          <p:cNvSpPr/>
          <p:nvPr/>
        </p:nvSpPr>
        <p:spPr>
          <a:xfrm>
            <a:off x="333375" y="4094726"/>
            <a:ext cx="5667375" cy="1614488"/>
          </a:xfrm>
          <a:custGeom>
            <a:avLst/>
            <a:gdLst/>
            <a:ahLst/>
            <a:cxnLst/>
            <a:rect l="l" t="t" r="r" b="b"/>
            <a:pathLst>
              <a:path w="5667375" h="2182813">
                <a:moveTo>
                  <a:pt x="0" y="0"/>
                </a:moveTo>
                <a:lnTo>
                  <a:pt x="5667375" y="0"/>
                </a:lnTo>
                <a:lnTo>
                  <a:pt x="5667375" y="2182813"/>
                </a:lnTo>
                <a:lnTo>
                  <a:pt x="0" y="2182813"/>
                </a:lnTo>
                <a:lnTo>
                  <a:pt x="0" y="0"/>
                </a:lnTo>
                <a:close/>
              </a:path>
            </a:pathLst>
          </a:custGeom>
          <a:solidFill>
            <a:srgbClr val="F9FAFB"/>
          </a:solidFill>
          <a:ln/>
        </p:spPr>
      </p:sp>
      <p:sp>
        <p:nvSpPr>
          <p:cNvPr id="19" name="Shape 18">
            <a:extLst>
              <a:ext uri="{FF2B5EF4-FFF2-40B4-BE49-F238E27FC236}">
                <a16:creationId xmlns:a16="http://schemas.microsoft.com/office/drawing/2014/main" id="{E6F8C5B2-6C3C-B8E2-6F2C-0B745E1A2652}"/>
              </a:ext>
            </a:extLst>
          </p:cNvPr>
          <p:cNvSpPr/>
          <p:nvPr/>
        </p:nvSpPr>
        <p:spPr>
          <a:xfrm>
            <a:off x="333374" y="4094726"/>
            <a:ext cx="45719" cy="1614488"/>
          </a:xfrm>
          <a:custGeom>
            <a:avLst/>
            <a:gdLst/>
            <a:ahLst/>
            <a:cxnLst/>
            <a:rect l="l" t="t" r="r" b="b"/>
            <a:pathLst>
              <a:path w="31750" h="2182813">
                <a:moveTo>
                  <a:pt x="0" y="0"/>
                </a:moveTo>
                <a:lnTo>
                  <a:pt x="31750" y="0"/>
                </a:lnTo>
                <a:lnTo>
                  <a:pt x="31750" y="2182813"/>
                </a:lnTo>
                <a:lnTo>
                  <a:pt x="0" y="2182813"/>
                </a:lnTo>
                <a:lnTo>
                  <a:pt x="0" y="0"/>
                </a:lnTo>
                <a:close/>
              </a:path>
            </a:pathLst>
          </a:custGeom>
          <a:solidFill>
            <a:srgbClr val="7030A0"/>
          </a:solidFill>
          <a:ln/>
        </p:spPr>
      </p:sp>
      <p:sp>
        <p:nvSpPr>
          <p:cNvPr id="20" name="Text 19">
            <a:extLst>
              <a:ext uri="{FF2B5EF4-FFF2-40B4-BE49-F238E27FC236}">
                <a16:creationId xmlns:a16="http://schemas.microsoft.com/office/drawing/2014/main" id="{7C1A706D-4692-A966-1BA8-77241A34962E}"/>
              </a:ext>
            </a:extLst>
          </p:cNvPr>
          <p:cNvSpPr/>
          <p:nvPr/>
        </p:nvSpPr>
        <p:spPr>
          <a:xfrm>
            <a:off x="508000" y="4287839"/>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Alert State</a:t>
            </a:r>
            <a:endParaRPr lang="en-US" sz="1600" dirty="0">
              <a:latin typeface="Times New Roman" panose="02020603050405020304" pitchFamily="18" charset="0"/>
              <a:cs typeface="Times New Roman" panose="02020603050405020304" pitchFamily="18" charset="0"/>
            </a:endParaRPr>
          </a:p>
        </p:txBody>
      </p:sp>
      <p:sp>
        <p:nvSpPr>
          <p:cNvPr id="21" name="Text 20">
            <a:extLst>
              <a:ext uri="{FF2B5EF4-FFF2-40B4-BE49-F238E27FC236}">
                <a16:creationId xmlns:a16="http://schemas.microsoft.com/office/drawing/2014/main" id="{FE8DA818-9B77-474F-0594-C2E256B86F84}"/>
              </a:ext>
            </a:extLst>
          </p:cNvPr>
          <p:cNvSpPr/>
          <p:nvPr/>
        </p:nvSpPr>
        <p:spPr>
          <a:xfrm>
            <a:off x="508000" y="4605339"/>
            <a:ext cx="5397500" cy="222250"/>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Upon receiving the </a:t>
            </a:r>
            <a:r>
              <a:rPr lang="en-US" sz="1000" dirty="0">
                <a:solidFill>
                  <a:srgbClr val="8B0000"/>
                </a:solidFill>
                <a:highlight>
                  <a:srgbClr val="F3F4F6">
                    <a:alpha val="100000"/>
                  </a:srgbClr>
                </a:highlight>
                <a:latin typeface="Times New Roman" panose="02020603050405020304" pitchFamily="18" charset="0"/>
                <a:ea typeface="MiSans" pitchFamily="34" charset="-122"/>
                <a:cs typeface="Times New Roman" panose="02020603050405020304" pitchFamily="18" charset="0"/>
              </a:rPr>
              <a:t>'F' </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signal, the Remote Module enters emergency mode:</a:t>
            </a:r>
            <a:endParaRPr lang="en-US" sz="1600" dirty="0">
              <a:latin typeface="Times New Roman" panose="02020603050405020304" pitchFamily="18" charset="0"/>
              <a:cs typeface="Times New Roman" panose="02020603050405020304" pitchFamily="18" charset="0"/>
            </a:endParaRPr>
          </a:p>
        </p:txBody>
      </p:sp>
      <p:sp>
        <p:nvSpPr>
          <p:cNvPr id="22" name="Shape 21">
            <a:extLst>
              <a:ext uri="{FF2B5EF4-FFF2-40B4-BE49-F238E27FC236}">
                <a16:creationId xmlns:a16="http://schemas.microsoft.com/office/drawing/2014/main" id="{4110060F-3DCB-D77E-A974-5717CCB43809}"/>
              </a:ext>
            </a:extLst>
          </p:cNvPr>
          <p:cNvSpPr/>
          <p:nvPr/>
        </p:nvSpPr>
        <p:spPr>
          <a:xfrm>
            <a:off x="511175" y="4922840"/>
            <a:ext cx="5324475" cy="577850"/>
          </a:xfrm>
          <a:custGeom>
            <a:avLst/>
            <a:gdLst/>
            <a:ahLst/>
            <a:cxnLst/>
            <a:rect l="l" t="t" r="r" b="b"/>
            <a:pathLst>
              <a:path w="5324475" h="577850">
                <a:moveTo>
                  <a:pt x="0" y="0"/>
                </a:moveTo>
                <a:lnTo>
                  <a:pt x="5324475" y="0"/>
                </a:lnTo>
                <a:lnTo>
                  <a:pt x="5324475" y="577850"/>
                </a:lnTo>
                <a:lnTo>
                  <a:pt x="0" y="577850"/>
                </a:lnTo>
                <a:lnTo>
                  <a:pt x="0" y="0"/>
                </a:lnTo>
                <a:close/>
              </a:path>
            </a:pathLst>
          </a:custGeom>
          <a:solidFill>
            <a:srgbClr val="FFFFFF"/>
          </a:solidFill>
          <a:ln w="10160">
            <a:solidFill>
              <a:srgbClr val="D1D5DC"/>
            </a:solidFill>
            <a:prstDash val="solid"/>
          </a:ln>
        </p:spPr>
      </p:sp>
      <p:sp>
        <p:nvSpPr>
          <p:cNvPr id="23" name="Shape 22">
            <a:extLst>
              <a:ext uri="{FF2B5EF4-FFF2-40B4-BE49-F238E27FC236}">
                <a16:creationId xmlns:a16="http://schemas.microsoft.com/office/drawing/2014/main" id="{E1E6CC12-632F-698F-64D5-7ADC8959F0D6}"/>
              </a:ext>
            </a:extLst>
          </p:cNvPr>
          <p:cNvSpPr/>
          <p:nvPr/>
        </p:nvSpPr>
        <p:spPr>
          <a:xfrm>
            <a:off x="633413" y="5053013"/>
            <a:ext cx="111125" cy="127000"/>
          </a:xfrm>
          <a:custGeom>
            <a:avLst/>
            <a:gdLst/>
            <a:ahLst/>
            <a:cxn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B0000"/>
          </a:solidFill>
          <a:ln/>
        </p:spPr>
      </p:sp>
      <p:sp>
        <p:nvSpPr>
          <p:cNvPr id="24" name="Text 23">
            <a:extLst>
              <a:ext uri="{FF2B5EF4-FFF2-40B4-BE49-F238E27FC236}">
                <a16:creationId xmlns:a16="http://schemas.microsoft.com/office/drawing/2014/main" id="{B182B386-1C22-F8D2-3B42-5B624D1A4B57}"/>
              </a:ext>
            </a:extLst>
          </p:cNvPr>
          <p:cNvSpPr/>
          <p:nvPr/>
        </p:nvSpPr>
        <p:spPr>
          <a:xfrm>
            <a:off x="863600" y="5021263"/>
            <a:ext cx="20875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Continuous Alert Pattern</a:t>
            </a:r>
            <a:endParaRPr lang="en-US" sz="1600" dirty="0">
              <a:latin typeface="Times New Roman" panose="02020603050405020304" pitchFamily="18" charset="0"/>
              <a:cs typeface="Times New Roman" panose="02020603050405020304" pitchFamily="18" charset="0"/>
            </a:endParaRPr>
          </a:p>
        </p:txBody>
      </p:sp>
      <p:sp>
        <p:nvSpPr>
          <p:cNvPr id="25" name="Text 24">
            <a:extLst>
              <a:ext uri="{FF2B5EF4-FFF2-40B4-BE49-F238E27FC236}">
                <a16:creationId xmlns:a16="http://schemas.microsoft.com/office/drawing/2014/main" id="{20B1BAE5-9680-3909-34A2-8ABD470D8BE5}"/>
              </a:ext>
            </a:extLst>
          </p:cNvPr>
          <p:cNvSpPr/>
          <p:nvPr/>
        </p:nvSpPr>
        <p:spPr>
          <a:xfrm>
            <a:off x="863600" y="5211763"/>
            <a:ext cx="2087563"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Short vibration + beep every 1 second</a:t>
            </a:r>
            <a:endParaRPr lang="en-US" sz="1600" dirty="0">
              <a:latin typeface="Times New Roman" panose="02020603050405020304" pitchFamily="18" charset="0"/>
              <a:cs typeface="Times New Roman" panose="02020603050405020304" pitchFamily="18" charset="0"/>
            </a:endParaRPr>
          </a:p>
        </p:txBody>
      </p:sp>
      <p:sp>
        <p:nvSpPr>
          <p:cNvPr id="30" name="Shape 29">
            <a:extLst>
              <a:ext uri="{FF2B5EF4-FFF2-40B4-BE49-F238E27FC236}">
                <a16:creationId xmlns:a16="http://schemas.microsoft.com/office/drawing/2014/main" id="{36D51487-DC05-E7E1-1D3B-FE052ED30B9A}"/>
              </a:ext>
            </a:extLst>
          </p:cNvPr>
          <p:cNvSpPr/>
          <p:nvPr/>
        </p:nvSpPr>
        <p:spPr>
          <a:xfrm>
            <a:off x="6207125" y="981636"/>
            <a:ext cx="5667375" cy="2206625"/>
          </a:xfrm>
          <a:custGeom>
            <a:avLst/>
            <a:gdLst/>
            <a:ahLst/>
            <a:cxnLst/>
            <a:rect l="l" t="t" r="r" b="b"/>
            <a:pathLst>
              <a:path w="5667375" h="2206625">
                <a:moveTo>
                  <a:pt x="0" y="0"/>
                </a:moveTo>
                <a:lnTo>
                  <a:pt x="5667375" y="0"/>
                </a:lnTo>
                <a:lnTo>
                  <a:pt x="5667375" y="2206625"/>
                </a:lnTo>
                <a:lnTo>
                  <a:pt x="0" y="2206625"/>
                </a:lnTo>
                <a:lnTo>
                  <a:pt x="0" y="0"/>
                </a:lnTo>
                <a:close/>
              </a:path>
            </a:pathLst>
          </a:custGeom>
          <a:solidFill>
            <a:srgbClr val="F9FAFB"/>
          </a:solidFill>
          <a:ln/>
        </p:spPr>
      </p:sp>
      <p:sp>
        <p:nvSpPr>
          <p:cNvPr id="31" name="Shape 30">
            <a:extLst>
              <a:ext uri="{FF2B5EF4-FFF2-40B4-BE49-F238E27FC236}">
                <a16:creationId xmlns:a16="http://schemas.microsoft.com/office/drawing/2014/main" id="{01CD2CC8-7E1B-E4EA-E974-D62C5BF2808C}"/>
              </a:ext>
            </a:extLst>
          </p:cNvPr>
          <p:cNvSpPr/>
          <p:nvPr/>
        </p:nvSpPr>
        <p:spPr>
          <a:xfrm>
            <a:off x="6207125" y="981636"/>
            <a:ext cx="31750" cy="2206625"/>
          </a:xfrm>
          <a:custGeom>
            <a:avLst/>
            <a:gdLst/>
            <a:ahLst/>
            <a:cxnLst/>
            <a:rect l="l" t="t" r="r" b="b"/>
            <a:pathLst>
              <a:path w="31750" h="2206625">
                <a:moveTo>
                  <a:pt x="0" y="0"/>
                </a:moveTo>
                <a:lnTo>
                  <a:pt x="31750" y="0"/>
                </a:lnTo>
                <a:lnTo>
                  <a:pt x="31750" y="2206625"/>
                </a:lnTo>
                <a:lnTo>
                  <a:pt x="0" y="2206625"/>
                </a:lnTo>
                <a:lnTo>
                  <a:pt x="0" y="0"/>
                </a:lnTo>
                <a:close/>
              </a:path>
            </a:pathLst>
          </a:custGeom>
          <a:solidFill>
            <a:srgbClr val="00B0F0"/>
          </a:solidFill>
          <a:ln/>
        </p:spPr>
      </p:sp>
      <p:sp>
        <p:nvSpPr>
          <p:cNvPr id="32" name="Text 31">
            <a:extLst>
              <a:ext uri="{FF2B5EF4-FFF2-40B4-BE49-F238E27FC236}">
                <a16:creationId xmlns:a16="http://schemas.microsoft.com/office/drawing/2014/main" id="{D01990DD-025E-84A8-77B1-857E5FD6CBE4}"/>
              </a:ext>
            </a:extLst>
          </p:cNvPr>
          <p:cNvSpPr/>
          <p:nvPr/>
        </p:nvSpPr>
        <p:spPr>
          <a:xfrm>
            <a:off x="6381750" y="1174750"/>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Confirmation Protocol</a:t>
            </a:r>
            <a:endParaRPr lang="en-US" sz="1600" dirty="0">
              <a:latin typeface="Times New Roman" panose="02020603050405020304" pitchFamily="18" charset="0"/>
              <a:cs typeface="Times New Roman" panose="02020603050405020304" pitchFamily="18" charset="0"/>
            </a:endParaRPr>
          </a:p>
        </p:txBody>
      </p:sp>
      <p:sp>
        <p:nvSpPr>
          <p:cNvPr id="33" name="Text 32">
            <a:extLst>
              <a:ext uri="{FF2B5EF4-FFF2-40B4-BE49-F238E27FC236}">
                <a16:creationId xmlns:a16="http://schemas.microsoft.com/office/drawing/2014/main" id="{03A9D25D-12BF-4129-B5CB-8C3D811E015C}"/>
              </a:ext>
            </a:extLst>
          </p:cNvPr>
          <p:cNvSpPr/>
          <p:nvPr/>
        </p:nvSpPr>
        <p:spPr>
          <a:xfrm>
            <a:off x="6381750" y="1492250"/>
            <a:ext cx="539750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User confirmation is required before sending emergency notifications to prevent false alarms:</a:t>
            </a:r>
            <a:endParaRPr lang="en-US" sz="1600" dirty="0">
              <a:latin typeface="Times New Roman" panose="02020603050405020304" pitchFamily="18" charset="0"/>
              <a:cs typeface="Times New Roman" panose="02020603050405020304" pitchFamily="18" charset="0"/>
            </a:endParaRPr>
          </a:p>
        </p:txBody>
      </p:sp>
      <p:sp>
        <p:nvSpPr>
          <p:cNvPr id="34" name="Shape 33">
            <a:extLst>
              <a:ext uri="{FF2B5EF4-FFF2-40B4-BE49-F238E27FC236}">
                <a16:creationId xmlns:a16="http://schemas.microsoft.com/office/drawing/2014/main" id="{76F6521F-8737-4893-A3FA-620A3C653C94}"/>
              </a:ext>
            </a:extLst>
          </p:cNvPr>
          <p:cNvSpPr/>
          <p:nvPr/>
        </p:nvSpPr>
        <p:spPr>
          <a:xfrm>
            <a:off x="6397625" y="1793875"/>
            <a:ext cx="5318125" cy="603250"/>
          </a:xfrm>
          <a:custGeom>
            <a:avLst/>
            <a:gdLst/>
            <a:ahLst/>
            <a:cxnLst/>
            <a:rect l="l" t="t" r="r" b="b"/>
            <a:pathLst>
              <a:path w="5318125" h="603250">
                <a:moveTo>
                  <a:pt x="0" y="0"/>
                </a:moveTo>
                <a:lnTo>
                  <a:pt x="5318125" y="0"/>
                </a:lnTo>
                <a:lnTo>
                  <a:pt x="5318125" y="603250"/>
                </a:lnTo>
                <a:lnTo>
                  <a:pt x="0" y="603250"/>
                </a:lnTo>
                <a:lnTo>
                  <a:pt x="0" y="0"/>
                </a:lnTo>
                <a:close/>
              </a:path>
            </a:pathLst>
          </a:custGeom>
          <a:solidFill>
            <a:srgbClr val="FFFFFF"/>
          </a:solidFill>
          <a:ln/>
        </p:spPr>
      </p:sp>
      <p:sp>
        <p:nvSpPr>
          <p:cNvPr id="35" name="Shape 34">
            <a:extLst>
              <a:ext uri="{FF2B5EF4-FFF2-40B4-BE49-F238E27FC236}">
                <a16:creationId xmlns:a16="http://schemas.microsoft.com/office/drawing/2014/main" id="{E7343488-F233-EA25-FAF8-0ABF9645349C}"/>
              </a:ext>
            </a:extLst>
          </p:cNvPr>
          <p:cNvSpPr/>
          <p:nvPr/>
        </p:nvSpPr>
        <p:spPr>
          <a:xfrm>
            <a:off x="6397625" y="179387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00C950"/>
          </a:solidFill>
          <a:ln/>
        </p:spPr>
      </p:sp>
      <p:sp>
        <p:nvSpPr>
          <p:cNvPr id="36" name="Shape 35">
            <a:extLst>
              <a:ext uri="{FF2B5EF4-FFF2-40B4-BE49-F238E27FC236}">
                <a16:creationId xmlns:a16="http://schemas.microsoft.com/office/drawing/2014/main" id="{1E778876-6699-9330-45B0-DF92C27B0E18}"/>
              </a:ext>
            </a:extLst>
          </p:cNvPr>
          <p:cNvSpPr/>
          <p:nvPr/>
        </p:nvSpPr>
        <p:spPr>
          <a:xfrm>
            <a:off x="6524625" y="1901826"/>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8236"/>
          </a:solidFill>
          <a:ln/>
        </p:spPr>
      </p:sp>
      <p:sp>
        <p:nvSpPr>
          <p:cNvPr id="37" name="Text 36">
            <a:extLst>
              <a:ext uri="{FF2B5EF4-FFF2-40B4-BE49-F238E27FC236}">
                <a16:creationId xmlns:a16="http://schemas.microsoft.com/office/drawing/2014/main" id="{5CAE6180-25B6-28CC-5A5B-5882361ADD7A}"/>
              </a:ext>
            </a:extLst>
          </p:cNvPr>
          <p:cNvSpPr/>
          <p:nvPr/>
        </p:nvSpPr>
        <p:spPr>
          <a:xfrm>
            <a:off x="6707188" y="1889125"/>
            <a:ext cx="4976813" cy="190500"/>
          </a:xfrm>
          <a:prstGeom prst="rect">
            <a:avLst/>
          </a:prstGeom>
          <a:noFill/>
          <a:ln/>
        </p:spPr>
        <p:txBody>
          <a:bodyPr wrap="square" lIns="0" tIns="0" rIns="0" bIns="0" rtlCol="0" anchor="ctr"/>
          <a:lstStyle/>
          <a:p>
            <a:pPr>
              <a:lnSpc>
                <a:spcPct val="130000"/>
              </a:lnSpc>
            </a:pPr>
            <a:r>
              <a:rPr lang="en-US" sz="1000" b="1" dirty="0">
                <a:solidFill>
                  <a:srgbClr val="008236"/>
                </a:solidFill>
                <a:latin typeface="Times New Roman" panose="02020603050405020304" pitchFamily="18" charset="0"/>
                <a:ea typeface="Sorts Mill Goudy" pitchFamily="34" charset="-122"/>
                <a:cs typeface="Times New Roman" panose="02020603050405020304" pitchFamily="18" charset="0"/>
              </a:rPr>
              <a:t>BOTH Sensors Held (&gt;2s)</a:t>
            </a:r>
            <a:endParaRPr lang="en-US" sz="1600" dirty="0">
              <a:latin typeface="Times New Roman" panose="02020603050405020304" pitchFamily="18" charset="0"/>
              <a:cs typeface="Times New Roman" panose="02020603050405020304" pitchFamily="18" charset="0"/>
            </a:endParaRPr>
          </a:p>
        </p:txBody>
      </p:sp>
      <p:sp>
        <p:nvSpPr>
          <p:cNvPr id="38" name="Text 37">
            <a:extLst>
              <a:ext uri="{FF2B5EF4-FFF2-40B4-BE49-F238E27FC236}">
                <a16:creationId xmlns:a16="http://schemas.microsoft.com/office/drawing/2014/main" id="{B2C220F2-F3CF-B73F-A10B-3603E20506BC}"/>
              </a:ext>
            </a:extLst>
          </p:cNvPr>
          <p:cNvSpPr/>
          <p:nvPr/>
        </p:nvSpPr>
        <p:spPr>
          <a:xfrm>
            <a:off x="6508750" y="2111375"/>
            <a:ext cx="517525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Sends "ACK" → Blynk notification sent → Door opens automatically</a:t>
            </a:r>
            <a:endParaRPr lang="en-US" sz="1600" dirty="0">
              <a:latin typeface="Times New Roman" panose="02020603050405020304" pitchFamily="18" charset="0"/>
              <a:cs typeface="Times New Roman" panose="02020603050405020304" pitchFamily="18" charset="0"/>
            </a:endParaRPr>
          </a:p>
        </p:txBody>
      </p:sp>
      <p:sp>
        <p:nvSpPr>
          <p:cNvPr id="39" name="Shape 38">
            <a:extLst>
              <a:ext uri="{FF2B5EF4-FFF2-40B4-BE49-F238E27FC236}">
                <a16:creationId xmlns:a16="http://schemas.microsoft.com/office/drawing/2014/main" id="{7CB01BE2-CF9B-853D-0AA0-8D1851AE29B7}"/>
              </a:ext>
            </a:extLst>
          </p:cNvPr>
          <p:cNvSpPr/>
          <p:nvPr/>
        </p:nvSpPr>
        <p:spPr>
          <a:xfrm>
            <a:off x="6397625" y="2460625"/>
            <a:ext cx="5318125" cy="603250"/>
          </a:xfrm>
          <a:custGeom>
            <a:avLst/>
            <a:gdLst/>
            <a:ahLst/>
            <a:cxnLst/>
            <a:rect l="l" t="t" r="r" b="b"/>
            <a:pathLst>
              <a:path w="5318125" h="603250">
                <a:moveTo>
                  <a:pt x="0" y="0"/>
                </a:moveTo>
                <a:lnTo>
                  <a:pt x="5318125" y="0"/>
                </a:lnTo>
                <a:lnTo>
                  <a:pt x="5318125" y="603250"/>
                </a:lnTo>
                <a:lnTo>
                  <a:pt x="0" y="603250"/>
                </a:lnTo>
                <a:lnTo>
                  <a:pt x="0" y="0"/>
                </a:lnTo>
                <a:close/>
              </a:path>
            </a:pathLst>
          </a:custGeom>
          <a:solidFill>
            <a:srgbClr val="FFFFFF"/>
          </a:solidFill>
          <a:ln/>
        </p:spPr>
      </p:sp>
      <p:sp>
        <p:nvSpPr>
          <p:cNvPr id="40" name="Shape 39">
            <a:extLst>
              <a:ext uri="{FF2B5EF4-FFF2-40B4-BE49-F238E27FC236}">
                <a16:creationId xmlns:a16="http://schemas.microsoft.com/office/drawing/2014/main" id="{9560A0A4-BDCB-CFBB-958E-BA7CB8D0ED30}"/>
              </a:ext>
            </a:extLst>
          </p:cNvPr>
          <p:cNvSpPr/>
          <p:nvPr/>
        </p:nvSpPr>
        <p:spPr>
          <a:xfrm>
            <a:off x="6397625" y="246062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FF6900"/>
          </a:solidFill>
          <a:ln/>
        </p:spPr>
      </p:sp>
      <p:sp>
        <p:nvSpPr>
          <p:cNvPr id="41" name="Shape 40">
            <a:extLst>
              <a:ext uri="{FF2B5EF4-FFF2-40B4-BE49-F238E27FC236}">
                <a16:creationId xmlns:a16="http://schemas.microsoft.com/office/drawing/2014/main" id="{85078192-9813-F9AC-C1E2-FB8DD3B036E6}"/>
              </a:ext>
            </a:extLst>
          </p:cNvPr>
          <p:cNvSpPr/>
          <p:nvPr/>
        </p:nvSpPr>
        <p:spPr>
          <a:xfrm>
            <a:off x="6524625" y="2568576"/>
            <a:ext cx="127000" cy="127000"/>
          </a:xfrm>
          <a:custGeom>
            <a:avLst/>
            <a:gdLst/>
            <a:ahLst/>
            <a:cxnLst/>
            <a:rect l="l" t="t" r="r" b="b"/>
            <a:pathLst>
              <a:path w="127000" h="127000">
                <a:moveTo>
                  <a:pt x="71438" y="7938"/>
                </a:moveTo>
                <a:cubicBezTo>
                  <a:pt x="71438" y="3547"/>
                  <a:pt x="67890" y="0"/>
                  <a:pt x="63500" y="0"/>
                </a:cubicBezTo>
                <a:cubicBezTo>
                  <a:pt x="59110" y="0"/>
                  <a:pt x="55563" y="3547"/>
                  <a:pt x="55563" y="7938"/>
                </a:cubicBezTo>
                <a:lnTo>
                  <a:pt x="55563" y="59531"/>
                </a:lnTo>
                <a:cubicBezTo>
                  <a:pt x="55563" y="61714"/>
                  <a:pt x="53777" y="63500"/>
                  <a:pt x="51594" y="63500"/>
                </a:cubicBezTo>
                <a:cubicBezTo>
                  <a:pt x="49411" y="63500"/>
                  <a:pt x="47625" y="61714"/>
                  <a:pt x="47625" y="59531"/>
                </a:cubicBezTo>
                <a:lnTo>
                  <a:pt x="47625" y="15875"/>
                </a:lnTo>
                <a:cubicBezTo>
                  <a:pt x="47625" y="11485"/>
                  <a:pt x="44078" y="7938"/>
                  <a:pt x="39688" y="7938"/>
                </a:cubicBezTo>
                <a:cubicBezTo>
                  <a:pt x="35297" y="7938"/>
                  <a:pt x="31750" y="11485"/>
                  <a:pt x="31750" y="15875"/>
                </a:cubicBezTo>
                <a:lnTo>
                  <a:pt x="31750" y="83344"/>
                </a:lnTo>
                <a:cubicBezTo>
                  <a:pt x="31750" y="83716"/>
                  <a:pt x="31750" y="84113"/>
                  <a:pt x="31775" y="84485"/>
                </a:cubicBezTo>
                <a:lnTo>
                  <a:pt x="16768" y="70197"/>
                </a:lnTo>
                <a:cubicBezTo>
                  <a:pt x="12799" y="66427"/>
                  <a:pt x="6524" y="66576"/>
                  <a:pt x="2729" y="70545"/>
                </a:cubicBezTo>
                <a:cubicBezTo>
                  <a:pt x="-1067" y="74513"/>
                  <a:pt x="-893" y="80789"/>
                  <a:pt x="3076" y="84584"/>
                </a:cubicBezTo>
                <a:lnTo>
                  <a:pt x="30956" y="111125"/>
                </a:lnTo>
                <a:cubicBezTo>
                  <a:pt x="41647" y="121320"/>
                  <a:pt x="55860" y="127000"/>
                  <a:pt x="70644" y="127000"/>
                </a:cubicBezTo>
                <a:lnTo>
                  <a:pt x="75406" y="127000"/>
                </a:lnTo>
                <a:cubicBezTo>
                  <a:pt x="99516" y="127000"/>
                  <a:pt x="119063" y="107454"/>
                  <a:pt x="119063" y="83344"/>
                </a:cubicBezTo>
                <a:lnTo>
                  <a:pt x="119063" y="31750"/>
                </a:lnTo>
                <a:cubicBezTo>
                  <a:pt x="119063" y="27360"/>
                  <a:pt x="115515" y="23812"/>
                  <a:pt x="111125" y="23812"/>
                </a:cubicBezTo>
                <a:cubicBezTo>
                  <a:pt x="106735" y="23812"/>
                  <a:pt x="103188" y="27360"/>
                  <a:pt x="103188" y="31750"/>
                </a:cubicBezTo>
                <a:lnTo>
                  <a:pt x="103188" y="59531"/>
                </a:lnTo>
                <a:cubicBezTo>
                  <a:pt x="103188" y="61714"/>
                  <a:pt x="101402" y="63500"/>
                  <a:pt x="99219" y="63500"/>
                </a:cubicBezTo>
                <a:cubicBezTo>
                  <a:pt x="97036" y="63500"/>
                  <a:pt x="95250" y="61714"/>
                  <a:pt x="95250" y="59531"/>
                </a:cubicBezTo>
                <a:lnTo>
                  <a:pt x="95250" y="15875"/>
                </a:lnTo>
                <a:cubicBezTo>
                  <a:pt x="95250" y="11485"/>
                  <a:pt x="91703" y="7938"/>
                  <a:pt x="87313" y="7938"/>
                </a:cubicBezTo>
                <a:cubicBezTo>
                  <a:pt x="82922" y="7938"/>
                  <a:pt x="79375" y="11485"/>
                  <a:pt x="79375" y="15875"/>
                </a:cubicBezTo>
                <a:lnTo>
                  <a:pt x="79375" y="59531"/>
                </a:lnTo>
                <a:cubicBezTo>
                  <a:pt x="79375" y="61714"/>
                  <a:pt x="77589" y="63500"/>
                  <a:pt x="75406" y="63500"/>
                </a:cubicBezTo>
                <a:cubicBezTo>
                  <a:pt x="73223" y="63500"/>
                  <a:pt x="71438" y="61714"/>
                  <a:pt x="71438" y="59531"/>
                </a:cubicBezTo>
                <a:lnTo>
                  <a:pt x="71438" y="7938"/>
                </a:lnTo>
                <a:close/>
              </a:path>
            </a:pathLst>
          </a:custGeom>
          <a:solidFill>
            <a:srgbClr val="CA3500"/>
          </a:solidFill>
          <a:ln/>
        </p:spPr>
      </p:sp>
      <p:sp>
        <p:nvSpPr>
          <p:cNvPr id="42" name="Text 41">
            <a:extLst>
              <a:ext uri="{FF2B5EF4-FFF2-40B4-BE49-F238E27FC236}">
                <a16:creationId xmlns:a16="http://schemas.microsoft.com/office/drawing/2014/main" id="{D264E39F-89B7-FA5B-90E1-9C82218CC34E}"/>
              </a:ext>
            </a:extLst>
          </p:cNvPr>
          <p:cNvSpPr/>
          <p:nvPr/>
        </p:nvSpPr>
        <p:spPr>
          <a:xfrm>
            <a:off x="6707188" y="2555875"/>
            <a:ext cx="4976813" cy="190500"/>
          </a:xfrm>
          <a:prstGeom prst="rect">
            <a:avLst/>
          </a:prstGeom>
          <a:noFill/>
          <a:ln/>
        </p:spPr>
        <p:txBody>
          <a:bodyPr wrap="square" lIns="0" tIns="0" rIns="0" bIns="0" rtlCol="0" anchor="ctr"/>
          <a:lstStyle/>
          <a:p>
            <a:pPr>
              <a:lnSpc>
                <a:spcPct val="130000"/>
              </a:lnSpc>
            </a:pPr>
            <a:r>
              <a:rPr lang="en-US" sz="1000" b="1" dirty="0">
                <a:solidFill>
                  <a:srgbClr val="CA3500"/>
                </a:solidFill>
                <a:latin typeface="Times New Roman" panose="02020603050405020304" pitchFamily="18" charset="0"/>
                <a:ea typeface="Sorts Mill Goudy" pitchFamily="34" charset="-122"/>
                <a:cs typeface="Times New Roman" panose="02020603050405020304" pitchFamily="18" charset="0"/>
              </a:rPr>
              <a:t>ONE Sensor Held (&gt;2s)</a:t>
            </a:r>
            <a:endParaRPr lang="en-US" sz="1600" dirty="0">
              <a:latin typeface="Times New Roman" panose="02020603050405020304" pitchFamily="18" charset="0"/>
              <a:cs typeface="Times New Roman" panose="02020603050405020304" pitchFamily="18" charset="0"/>
            </a:endParaRPr>
          </a:p>
        </p:txBody>
      </p:sp>
      <p:sp>
        <p:nvSpPr>
          <p:cNvPr id="43" name="Text 42">
            <a:extLst>
              <a:ext uri="{FF2B5EF4-FFF2-40B4-BE49-F238E27FC236}">
                <a16:creationId xmlns:a16="http://schemas.microsoft.com/office/drawing/2014/main" id="{5331A190-326E-7D35-47E0-88B7E52F8506}"/>
              </a:ext>
            </a:extLst>
          </p:cNvPr>
          <p:cNvSpPr/>
          <p:nvPr/>
        </p:nvSpPr>
        <p:spPr>
          <a:xfrm>
            <a:off x="6508750" y="2778125"/>
            <a:ext cx="517525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Sends "STOP" → False alarm → No notification sent</a:t>
            </a:r>
            <a:endParaRPr lang="en-US" sz="1600" dirty="0">
              <a:latin typeface="Times New Roman" panose="02020603050405020304" pitchFamily="18" charset="0"/>
              <a:cs typeface="Times New Roman" panose="02020603050405020304" pitchFamily="18" charset="0"/>
            </a:endParaRPr>
          </a:p>
        </p:txBody>
      </p:sp>
      <p:sp>
        <p:nvSpPr>
          <p:cNvPr id="44" name="Shape 43">
            <a:extLst>
              <a:ext uri="{FF2B5EF4-FFF2-40B4-BE49-F238E27FC236}">
                <a16:creationId xmlns:a16="http://schemas.microsoft.com/office/drawing/2014/main" id="{E7E53201-B678-FD05-BC62-5D7F9610018B}"/>
              </a:ext>
            </a:extLst>
          </p:cNvPr>
          <p:cNvSpPr/>
          <p:nvPr/>
        </p:nvSpPr>
        <p:spPr>
          <a:xfrm>
            <a:off x="6207125" y="3349625"/>
            <a:ext cx="5667375" cy="2262188"/>
          </a:xfrm>
          <a:custGeom>
            <a:avLst/>
            <a:gdLst/>
            <a:ahLst/>
            <a:cxnLst/>
            <a:rect l="l" t="t" r="r" b="b"/>
            <a:pathLst>
              <a:path w="5667375" h="2262188">
                <a:moveTo>
                  <a:pt x="0" y="0"/>
                </a:moveTo>
                <a:lnTo>
                  <a:pt x="5667375" y="0"/>
                </a:lnTo>
                <a:lnTo>
                  <a:pt x="5667375" y="2262188"/>
                </a:lnTo>
                <a:lnTo>
                  <a:pt x="0" y="2262188"/>
                </a:lnTo>
                <a:lnTo>
                  <a:pt x="0" y="0"/>
                </a:lnTo>
                <a:close/>
              </a:path>
            </a:pathLst>
          </a:custGeom>
          <a:solidFill>
            <a:srgbClr val="FEF2F2"/>
          </a:solidFill>
          <a:ln/>
        </p:spPr>
      </p:sp>
      <p:sp>
        <p:nvSpPr>
          <p:cNvPr id="45" name="Shape 44">
            <a:extLst>
              <a:ext uri="{FF2B5EF4-FFF2-40B4-BE49-F238E27FC236}">
                <a16:creationId xmlns:a16="http://schemas.microsoft.com/office/drawing/2014/main" id="{A459268A-E229-BAD0-E049-239EE2987E17}"/>
              </a:ext>
            </a:extLst>
          </p:cNvPr>
          <p:cNvSpPr/>
          <p:nvPr/>
        </p:nvSpPr>
        <p:spPr>
          <a:xfrm>
            <a:off x="6207125" y="3349625"/>
            <a:ext cx="31750" cy="2262188"/>
          </a:xfrm>
          <a:custGeom>
            <a:avLst/>
            <a:gdLst/>
            <a:ahLst/>
            <a:cxnLst/>
            <a:rect l="l" t="t" r="r" b="b"/>
            <a:pathLst>
              <a:path w="31750" h="2262188">
                <a:moveTo>
                  <a:pt x="0" y="0"/>
                </a:moveTo>
                <a:lnTo>
                  <a:pt x="31750" y="0"/>
                </a:lnTo>
                <a:lnTo>
                  <a:pt x="31750" y="2262188"/>
                </a:lnTo>
                <a:lnTo>
                  <a:pt x="0" y="2262188"/>
                </a:lnTo>
                <a:lnTo>
                  <a:pt x="0" y="0"/>
                </a:lnTo>
                <a:close/>
              </a:path>
            </a:pathLst>
          </a:custGeom>
          <a:solidFill>
            <a:srgbClr val="E7000B"/>
          </a:solidFill>
          <a:ln/>
        </p:spPr>
      </p:sp>
      <p:sp>
        <p:nvSpPr>
          <p:cNvPr id="46" name="Shape 45">
            <a:extLst>
              <a:ext uri="{FF2B5EF4-FFF2-40B4-BE49-F238E27FC236}">
                <a16:creationId xmlns:a16="http://schemas.microsoft.com/office/drawing/2014/main" id="{8AF64F9C-E44E-5513-7E8A-1A07A22C2EAD}"/>
              </a:ext>
            </a:extLst>
          </p:cNvPr>
          <p:cNvSpPr/>
          <p:nvPr/>
        </p:nvSpPr>
        <p:spPr>
          <a:xfrm>
            <a:off x="6401594" y="3521076"/>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C10007"/>
          </a:solidFill>
          <a:ln/>
        </p:spPr>
      </p:sp>
      <p:sp>
        <p:nvSpPr>
          <p:cNvPr id="47" name="Text 46">
            <a:extLst>
              <a:ext uri="{FF2B5EF4-FFF2-40B4-BE49-F238E27FC236}">
                <a16:creationId xmlns:a16="http://schemas.microsoft.com/office/drawing/2014/main" id="{D7AFD465-8481-9651-9B03-2767F4ED81FE}"/>
              </a:ext>
            </a:extLst>
          </p:cNvPr>
          <p:cNvSpPr/>
          <p:nvPr/>
        </p:nvSpPr>
        <p:spPr>
          <a:xfrm>
            <a:off x="6619875" y="3508375"/>
            <a:ext cx="5175250" cy="222250"/>
          </a:xfrm>
          <a:prstGeom prst="rect">
            <a:avLst/>
          </a:prstGeom>
          <a:noFill/>
          <a:ln/>
        </p:spPr>
        <p:txBody>
          <a:bodyPr wrap="square" lIns="0" tIns="0" rIns="0" bIns="0" rtlCol="0" anchor="ctr"/>
          <a:lstStyle/>
          <a:p>
            <a:pPr>
              <a:lnSpc>
                <a:spcPct val="120000"/>
              </a:lnSpc>
            </a:pPr>
            <a:r>
              <a:rPr lang="en-US" sz="1250" b="1" dirty="0">
                <a:solidFill>
                  <a:srgbClr val="C10007"/>
                </a:solidFill>
                <a:latin typeface="Times New Roman" panose="02020603050405020304" pitchFamily="18" charset="0"/>
                <a:ea typeface="Sorts Mill Goudy" pitchFamily="34" charset="-122"/>
                <a:cs typeface="Times New Roman" panose="02020603050405020304" pitchFamily="18" charset="0"/>
              </a:rPr>
              <a:t>Current Challenge</a:t>
            </a:r>
            <a:endParaRPr lang="en-US" sz="1600" dirty="0">
              <a:latin typeface="Times New Roman" panose="02020603050405020304" pitchFamily="18" charset="0"/>
              <a:cs typeface="Times New Roman" panose="02020603050405020304" pitchFamily="18" charset="0"/>
            </a:endParaRPr>
          </a:p>
        </p:txBody>
      </p:sp>
      <p:sp>
        <p:nvSpPr>
          <p:cNvPr id="48" name="Text 47">
            <a:extLst>
              <a:ext uri="{FF2B5EF4-FFF2-40B4-BE49-F238E27FC236}">
                <a16:creationId xmlns:a16="http://schemas.microsoft.com/office/drawing/2014/main" id="{97670A86-0B02-4E1B-7A2E-58DB2E887103}"/>
              </a:ext>
            </a:extLst>
          </p:cNvPr>
          <p:cNvSpPr/>
          <p:nvPr/>
        </p:nvSpPr>
        <p:spPr>
          <a:xfrm>
            <a:off x="6381750" y="3825875"/>
            <a:ext cx="539750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is encountering </a:t>
            </a: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high IR sensitivity</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where the sensor incorrectly identifies:</a:t>
            </a:r>
            <a:endParaRPr lang="en-US" sz="1600" dirty="0">
              <a:latin typeface="Times New Roman" panose="02020603050405020304" pitchFamily="18" charset="0"/>
              <a:cs typeface="Times New Roman" panose="02020603050405020304" pitchFamily="18" charset="0"/>
            </a:endParaRPr>
          </a:p>
        </p:txBody>
      </p:sp>
      <p:sp>
        <p:nvSpPr>
          <p:cNvPr id="49" name="Shape 48">
            <a:extLst>
              <a:ext uri="{FF2B5EF4-FFF2-40B4-BE49-F238E27FC236}">
                <a16:creationId xmlns:a16="http://schemas.microsoft.com/office/drawing/2014/main" id="{96AC962F-EBBF-88D9-1845-4410EB1AF030}"/>
              </a:ext>
            </a:extLst>
          </p:cNvPr>
          <p:cNvSpPr/>
          <p:nvPr/>
        </p:nvSpPr>
        <p:spPr>
          <a:xfrm>
            <a:off x="6384925" y="4130675"/>
            <a:ext cx="5324475" cy="387350"/>
          </a:xfrm>
          <a:custGeom>
            <a:avLst/>
            <a:gdLst/>
            <a:ahLst/>
            <a:cxnLst/>
            <a:rect l="l" t="t" r="r" b="b"/>
            <a:pathLst>
              <a:path w="5324475" h="387350">
                <a:moveTo>
                  <a:pt x="0" y="0"/>
                </a:moveTo>
                <a:lnTo>
                  <a:pt x="5324475" y="0"/>
                </a:lnTo>
                <a:lnTo>
                  <a:pt x="5324475" y="387350"/>
                </a:lnTo>
                <a:lnTo>
                  <a:pt x="0" y="387350"/>
                </a:lnTo>
                <a:lnTo>
                  <a:pt x="0" y="0"/>
                </a:lnTo>
                <a:close/>
              </a:path>
            </a:pathLst>
          </a:custGeom>
          <a:solidFill>
            <a:srgbClr val="FFFFFF"/>
          </a:solidFill>
          <a:ln w="10160">
            <a:solidFill>
              <a:srgbClr val="FFA2A2"/>
            </a:solidFill>
            <a:prstDash val="solid"/>
          </a:ln>
        </p:spPr>
      </p:sp>
      <p:sp>
        <p:nvSpPr>
          <p:cNvPr id="50" name="Shape 49">
            <a:extLst>
              <a:ext uri="{FF2B5EF4-FFF2-40B4-BE49-F238E27FC236}">
                <a16:creationId xmlns:a16="http://schemas.microsoft.com/office/drawing/2014/main" id="{711782EC-BDD1-F610-5987-B6441C8B7C16}"/>
              </a:ext>
            </a:extLst>
          </p:cNvPr>
          <p:cNvSpPr/>
          <p:nvPr/>
        </p:nvSpPr>
        <p:spPr>
          <a:xfrm>
            <a:off x="6491287" y="4260852"/>
            <a:ext cx="142875" cy="127000"/>
          </a:xfrm>
          <a:custGeom>
            <a:avLst/>
            <a:gdLst/>
            <a:ahLst/>
            <a:cxnLst/>
            <a:rect l="l" t="t" r="r" b="b"/>
            <a:pathLst>
              <a:path w="142875" h="127000">
                <a:moveTo>
                  <a:pt x="44202" y="-2505"/>
                </a:moveTo>
                <a:cubicBezTo>
                  <a:pt x="46037" y="-3274"/>
                  <a:pt x="48121" y="-3051"/>
                  <a:pt x="49783" y="-1960"/>
                </a:cubicBezTo>
                <a:lnTo>
                  <a:pt x="71562" y="12477"/>
                </a:lnTo>
                <a:lnTo>
                  <a:pt x="93340" y="-1960"/>
                </a:lnTo>
                <a:cubicBezTo>
                  <a:pt x="95002" y="-3051"/>
                  <a:pt x="97086" y="-3249"/>
                  <a:pt x="98921" y="-2505"/>
                </a:cubicBezTo>
                <a:cubicBezTo>
                  <a:pt x="100757" y="-1761"/>
                  <a:pt x="102046" y="-124"/>
                  <a:pt x="102443" y="1811"/>
                </a:cubicBezTo>
                <a:lnTo>
                  <a:pt x="107628" y="27409"/>
                </a:lnTo>
                <a:lnTo>
                  <a:pt x="133226" y="32593"/>
                </a:lnTo>
                <a:cubicBezTo>
                  <a:pt x="135161" y="32990"/>
                  <a:pt x="136798" y="34330"/>
                  <a:pt x="137542" y="36140"/>
                </a:cubicBezTo>
                <a:cubicBezTo>
                  <a:pt x="138286" y="37951"/>
                  <a:pt x="138088" y="40060"/>
                  <a:pt x="136996" y="41721"/>
                </a:cubicBezTo>
                <a:lnTo>
                  <a:pt x="122560" y="63500"/>
                </a:lnTo>
                <a:lnTo>
                  <a:pt x="136996" y="85279"/>
                </a:lnTo>
                <a:cubicBezTo>
                  <a:pt x="138088" y="86940"/>
                  <a:pt x="138286" y="89024"/>
                  <a:pt x="137542" y="90860"/>
                </a:cubicBezTo>
                <a:cubicBezTo>
                  <a:pt x="136798" y="92695"/>
                  <a:pt x="135161" y="94035"/>
                  <a:pt x="133226" y="94407"/>
                </a:cubicBezTo>
                <a:lnTo>
                  <a:pt x="107603" y="99566"/>
                </a:lnTo>
                <a:lnTo>
                  <a:pt x="102443" y="125189"/>
                </a:lnTo>
                <a:cubicBezTo>
                  <a:pt x="102046" y="127124"/>
                  <a:pt x="100707" y="128761"/>
                  <a:pt x="98896" y="129505"/>
                </a:cubicBezTo>
                <a:cubicBezTo>
                  <a:pt x="97086" y="130249"/>
                  <a:pt x="94977" y="130051"/>
                  <a:pt x="93315" y="128960"/>
                </a:cubicBezTo>
                <a:lnTo>
                  <a:pt x="71537" y="114523"/>
                </a:lnTo>
                <a:lnTo>
                  <a:pt x="49758" y="128960"/>
                </a:lnTo>
                <a:cubicBezTo>
                  <a:pt x="48096" y="130051"/>
                  <a:pt x="46013" y="130249"/>
                  <a:pt x="44177" y="129505"/>
                </a:cubicBezTo>
                <a:cubicBezTo>
                  <a:pt x="42342" y="128761"/>
                  <a:pt x="41002" y="127124"/>
                  <a:pt x="40630" y="125189"/>
                </a:cubicBezTo>
                <a:lnTo>
                  <a:pt x="35471" y="99566"/>
                </a:lnTo>
                <a:lnTo>
                  <a:pt x="9847" y="94382"/>
                </a:lnTo>
                <a:cubicBezTo>
                  <a:pt x="7913" y="93985"/>
                  <a:pt x="6276" y="92646"/>
                  <a:pt x="5531" y="90835"/>
                </a:cubicBezTo>
                <a:cubicBezTo>
                  <a:pt x="4787" y="89024"/>
                  <a:pt x="4986" y="86916"/>
                  <a:pt x="6077" y="85254"/>
                </a:cubicBezTo>
                <a:lnTo>
                  <a:pt x="20513" y="63500"/>
                </a:lnTo>
                <a:lnTo>
                  <a:pt x="6077" y="41721"/>
                </a:lnTo>
                <a:cubicBezTo>
                  <a:pt x="4986" y="40060"/>
                  <a:pt x="4787" y="37976"/>
                  <a:pt x="5531" y="36140"/>
                </a:cubicBezTo>
                <a:cubicBezTo>
                  <a:pt x="6276" y="34305"/>
                  <a:pt x="7913" y="32965"/>
                  <a:pt x="9847" y="32593"/>
                </a:cubicBezTo>
                <a:lnTo>
                  <a:pt x="35471" y="27434"/>
                </a:lnTo>
                <a:lnTo>
                  <a:pt x="40655" y="1811"/>
                </a:lnTo>
                <a:cubicBezTo>
                  <a:pt x="41052" y="-124"/>
                  <a:pt x="42391" y="-1761"/>
                  <a:pt x="44202" y="-2505"/>
                </a:cubicBezTo>
                <a:close/>
                <a:moveTo>
                  <a:pt x="51495" y="63500"/>
                </a:moveTo>
                <a:cubicBezTo>
                  <a:pt x="51495" y="56375"/>
                  <a:pt x="55296" y="49791"/>
                  <a:pt x="61466" y="46229"/>
                </a:cubicBezTo>
                <a:cubicBezTo>
                  <a:pt x="67636" y="42666"/>
                  <a:pt x="75239" y="42666"/>
                  <a:pt x="81409" y="46229"/>
                </a:cubicBezTo>
                <a:cubicBezTo>
                  <a:pt x="87579" y="49791"/>
                  <a:pt x="91380" y="56375"/>
                  <a:pt x="91380" y="63500"/>
                </a:cubicBezTo>
                <a:cubicBezTo>
                  <a:pt x="91380" y="74507"/>
                  <a:pt x="82444" y="83443"/>
                  <a:pt x="71438" y="83443"/>
                </a:cubicBezTo>
                <a:cubicBezTo>
                  <a:pt x="60431" y="83443"/>
                  <a:pt x="51495" y="74507"/>
                  <a:pt x="51495" y="63500"/>
                </a:cubicBezTo>
                <a:close/>
                <a:moveTo>
                  <a:pt x="103287" y="63500"/>
                </a:moveTo>
                <a:cubicBezTo>
                  <a:pt x="103287" y="45922"/>
                  <a:pt x="89016" y="31651"/>
                  <a:pt x="71438" y="31651"/>
                </a:cubicBezTo>
                <a:cubicBezTo>
                  <a:pt x="53859" y="31651"/>
                  <a:pt x="39588" y="45922"/>
                  <a:pt x="39588" y="63500"/>
                </a:cubicBezTo>
                <a:cubicBezTo>
                  <a:pt x="39588" y="74879"/>
                  <a:pt x="45659" y="85393"/>
                  <a:pt x="55513" y="91082"/>
                </a:cubicBezTo>
                <a:cubicBezTo>
                  <a:pt x="65367" y="96772"/>
                  <a:pt x="77508" y="96772"/>
                  <a:pt x="87362" y="91082"/>
                </a:cubicBezTo>
                <a:cubicBezTo>
                  <a:pt x="97216" y="85393"/>
                  <a:pt x="103287" y="74879"/>
                  <a:pt x="103287" y="63500"/>
                </a:cubicBezTo>
                <a:close/>
              </a:path>
            </a:pathLst>
          </a:custGeom>
          <a:solidFill>
            <a:srgbClr val="FF6900"/>
          </a:solidFill>
          <a:ln/>
        </p:spPr>
      </p:sp>
      <p:sp>
        <p:nvSpPr>
          <p:cNvPr id="51" name="Text 50">
            <a:extLst>
              <a:ext uri="{FF2B5EF4-FFF2-40B4-BE49-F238E27FC236}">
                <a16:creationId xmlns:a16="http://schemas.microsoft.com/office/drawing/2014/main" id="{BD9BF418-C9B1-775A-E64E-659319BE2D89}"/>
              </a:ext>
            </a:extLst>
          </p:cNvPr>
          <p:cNvSpPr/>
          <p:nvPr/>
        </p:nvSpPr>
        <p:spPr>
          <a:xfrm>
            <a:off x="6737350" y="4229102"/>
            <a:ext cx="2079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Direct sunlight / bright ambient light</a:t>
            </a:r>
            <a:endParaRPr lang="en-US" sz="1600" dirty="0">
              <a:latin typeface="Times New Roman" panose="02020603050405020304" pitchFamily="18" charset="0"/>
              <a:cs typeface="Times New Roman" panose="02020603050405020304" pitchFamily="18" charset="0"/>
            </a:endParaRPr>
          </a:p>
        </p:txBody>
      </p:sp>
      <p:sp>
        <p:nvSpPr>
          <p:cNvPr id="52" name="Shape 51">
            <a:extLst>
              <a:ext uri="{FF2B5EF4-FFF2-40B4-BE49-F238E27FC236}">
                <a16:creationId xmlns:a16="http://schemas.microsoft.com/office/drawing/2014/main" id="{77A27DE8-8D04-8EE7-FFD2-CD20F300721C}"/>
              </a:ext>
            </a:extLst>
          </p:cNvPr>
          <p:cNvSpPr/>
          <p:nvPr/>
        </p:nvSpPr>
        <p:spPr>
          <a:xfrm>
            <a:off x="6384925" y="4587876"/>
            <a:ext cx="5324475" cy="387350"/>
          </a:xfrm>
          <a:custGeom>
            <a:avLst/>
            <a:gdLst/>
            <a:ahLst/>
            <a:cxnLst/>
            <a:rect l="l" t="t" r="r" b="b"/>
            <a:pathLst>
              <a:path w="5324475" h="387350">
                <a:moveTo>
                  <a:pt x="0" y="0"/>
                </a:moveTo>
                <a:lnTo>
                  <a:pt x="5324475" y="0"/>
                </a:lnTo>
                <a:lnTo>
                  <a:pt x="5324475" y="387350"/>
                </a:lnTo>
                <a:lnTo>
                  <a:pt x="0" y="387350"/>
                </a:lnTo>
                <a:lnTo>
                  <a:pt x="0" y="0"/>
                </a:lnTo>
                <a:close/>
              </a:path>
            </a:pathLst>
          </a:custGeom>
          <a:solidFill>
            <a:srgbClr val="FFFFFF"/>
          </a:solidFill>
          <a:ln w="10160">
            <a:solidFill>
              <a:srgbClr val="FFA2A2"/>
            </a:solidFill>
            <a:prstDash val="solid"/>
          </a:ln>
        </p:spPr>
      </p:sp>
      <p:sp>
        <p:nvSpPr>
          <p:cNvPr id="53" name="Shape 52">
            <a:extLst>
              <a:ext uri="{FF2B5EF4-FFF2-40B4-BE49-F238E27FC236}">
                <a16:creationId xmlns:a16="http://schemas.microsoft.com/office/drawing/2014/main" id="{2B38F84E-CC6A-235E-2A68-DDE0B2D3A4A4}"/>
              </a:ext>
            </a:extLst>
          </p:cNvPr>
          <p:cNvSpPr/>
          <p:nvPr/>
        </p:nvSpPr>
        <p:spPr>
          <a:xfrm>
            <a:off x="6515100" y="4718049"/>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F0B100"/>
          </a:solidFill>
          <a:ln/>
        </p:spPr>
      </p:sp>
      <p:sp>
        <p:nvSpPr>
          <p:cNvPr id="54" name="Text 53">
            <a:extLst>
              <a:ext uri="{FF2B5EF4-FFF2-40B4-BE49-F238E27FC236}">
                <a16:creationId xmlns:a16="http://schemas.microsoft.com/office/drawing/2014/main" id="{0FE32F96-D2C8-C213-721F-C664F3605541}"/>
              </a:ext>
            </a:extLst>
          </p:cNvPr>
          <p:cNvSpPr/>
          <p:nvPr/>
        </p:nvSpPr>
        <p:spPr>
          <a:xfrm>
            <a:off x="6737350" y="4686299"/>
            <a:ext cx="2071688"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Incandescent bulbs (60W and above)</a:t>
            </a:r>
            <a:endParaRPr lang="en-US" sz="1600" dirty="0">
              <a:latin typeface="Times New Roman" panose="02020603050405020304" pitchFamily="18" charset="0"/>
              <a:cs typeface="Times New Roman" panose="02020603050405020304" pitchFamily="18" charset="0"/>
            </a:endParaRPr>
          </a:p>
        </p:txBody>
      </p:sp>
      <p:sp>
        <p:nvSpPr>
          <p:cNvPr id="55" name="Text 54">
            <a:extLst>
              <a:ext uri="{FF2B5EF4-FFF2-40B4-BE49-F238E27FC236}">
                <a16:creationId xmlns:a16="http://schemas.microsoft.com/office/drawing/2014/main" id="{373EA272-48FF-4A49-4CAF-B72244D7CB23}"/>
              </a:ext>
            </a:extLst>
          </p:cNvPr>
          <p:cNvSpPr/>
          <p:nvPr/>
        </p:nvSpPr>
        <p:spPr>
          <a:xfrm>
            <a:off x="6381750" y="5073652"/>
            <a:ext cx="5397500" cy="3810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Solution Required:</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Implement threshold calibration or use UV-IR dual-spectrum sensor for improved accuracy.</a:t>
            </a:r>
            <a:endParaRPr lang="en-US" sz="1600" dirty="0">
              <a:latin typeface="Times New Roman" panose="02020603050405020304" pitchFamily="18" charset="0"/>
              <a:cs typeface="Times New Roman" panose="02020603050405020304" pitchFamily="18" charset="0"/>
            </a:endParaRPr>
          </a:p>
        </p:txBody>
      </p:sp>
      <p:sp>
        <p:nvSpPr>
          <p:cNvPr id="56" name="Shape 55">
            <a:extLst>
              <a:ext uri="{FF2B5EF4-FFF2-40B4-BE49-F238E27FC236}">
                <a16:creationId xmlns:a16="http://schemas.microsoft.com/office/drawing/2014/main" id="{5C774B1D-E989-B152-F61C-44AC1D9C5AAC}"/>
              </a:ext>
            </a:extLst>
          </p:cNvPr>
          <p:cNvSpPr/>
          <p:nvPr/>
        </p:nvSpPr>
        <p:spPr>
          <a:xfrm>
            <a:off x="6194425" y="5743577"/>
            <a:ext cx="5673725" cy="1002663"/>
          </a:xfrm>
          <a:custGeom>
            <a:avLst/>
            <a:gdLst/>
            <a:ahLst/>
            <a:cxnLst/>
            <a:rect l="l" t="t" r="r" b="b"/>
            <a:pathLst>
              <a:path w="5673725" h="1403350">
                <a:moveTo>
                  <a:pt x="0" y="0"/>
                </a:moveTo>
                <a:lnTo>
                  <a:pt x="5673725" y="0"/>
                </a:lnTo>
                <a:lnTo>
                  <a:pt x="5673725" y="1403350"/>
                </a:lnTo>
                <a:lnTo>
                  <a:pt x="0" y="1403350"/>
                </a:lnTo>
                <a:lnTo>
                  <a:pt x="0" y="0"/>
                </a:lnTo>
                <a:close/>
              </a:path>
            </a:pathLst>
          </a:custGeom>
          <a:solidFill>
            <a:srgbClr val="FFFFFF"/>
          </a:solidFill>
          <a:ln w="10160">
            <a:solidFill>
              <a:srgbClr val="D1D5DC"/>
            </a:solidFill>
            <a:prstDash val="solid"/>
          </a:ln>
        </p:spPr>
        <p:txBody>
          <a:bodyPr/>
          <a:lstStyle/>
          <a:p>
            <a:endParaRPr lang="en-IN" dirty="0">
              <a:latin typeface="Times New Roman" panose="02020603050405020304" pitchFamily="18" charset="0"/>
              <a:cs typeface="Times New Roman" panose="02020603050405020304" pitchFamily="18" charset="0"/>
            </a:endParaRPr>
          </a:p>
        </p:txBody>
      </p:sp>
      <p:sp>
        <p:nvSpPr>
          <p:cNvPr id="57" name="Rectangle: Rounded Corners 56">
            <a:extLst>
              <a:ext uri="{FF2B5EF4-FFF2-40B4-BE49-F238E27FC236}">
                <a16:creationId xmlns:a16="http://schemas.microsoft.com/office/drawing/2014/main" id="{A606A3BB-1882-B6CB-9188-2EE50DAF7378}"/>
              </a:ext>
            </a:extLst>
          </p:cNvPr>
          <p:cNvSpPr/>
          <p:nvPr/>
        </p:nvSpPr>
        <p:spPr>
          <a:xfrm rot="16200000">
            <a:off x="7171215" y="5098096"/>
            <a:ext cx="924560" cy="2305051"/>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58" name="Shape 2">
            <a:extLst>
              <a:ext uri="{FF2B5EF4-FFF2-40B4-BE49-F238E27FC236}">
                <a16:creationId xmlns:a16="http://schemas.microsoft.com/office/drawing/2014/main" id="{0F186EBF-7123-5C45-EF22-1A6D075A3329}"/>
              </a:ext>
            </a:extLst>
          </p:cNvPr>
          <p:cNvSpPr/>
          <p:nvPr/>
        </p:nvSpPr>
        <p:spPr>
          <a:xfrm>
            <a:off x="317500" y="667111"/>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9" name="Text 56">
            <a:extLst>
              <a:ext uri="{FF2B5EF4-FFF2-40B4-BE49-F238E27FC236}">
                <a16:creationId xmlns:a16="http://schemas.microsoft.com/office/drawing/2014/main" id="{40D50459-4874-6718-F3C9-DD376C675B09}"/>
              </a:ext>
            </a:extLst>
          </p:cNvPr>
          <p:cNvSpPr/>
          <p:nvPr/>
        </p:nvSpPr>
        <p:spPr>
          <a:xfrm>
            <a:off x="7700962" y="6167440"/>
            <a:ext cx="5476875"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IR Flame Sensor Module for flame Detection</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08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5EB2D040-79B6-7788-B1D9-CBBA596DFAFD}"/>
              </a:ext>
            </a:extLst>
          </p:cNvPr>
          <p:cNvSpPr/>
          <p:nvPr/>
        </p:nvSpPr>
        <p:spPr>
          <a:xfrm>
            <a:off x="317500" y="374576"/>
            <a:ext cx="11699875" cy="317500"/>
          </a:xfrm>
          <a:prstGeom prst="rect">
            <a:avLst/>
          </a:prstGeom>
          <a:noFill/>
          <a:ln/>
        </p:spPr>
        <p:txBody>
          <a:bodyPr wrap="square" lIns="0" tIns="0" rIns="0" bIns="0" rtlCol="0" anchor="ctr"/>
          <a:lstStyle/>
          <a:p>
            <a:pPr algn="ctr">
              <a:lnSpc>
                <a:spcPct val="90000"/>
              </a:lnSpc>
            </a:pPr>
            <a:r>
              <a:rPr lang="en-US" sz="2250" b="1" dirty="0">
                <a:solidFill>
                  <a:srgbClr val="0070C0"/>
                </a:solidFill>
                <a:latin typeface="Times New Roman" panose="02020603050405020304" pitchFamily="18" charset="0"/>
                <a:ea typeface="Sorts Mill Goudy" pitchFamily="34" charset="-122"/>
                <a:cs typeface="Times New Roman" panose="02020603050405020304" pitchFamily="18" charset="0"/>
              </a:rPr>
              <a:t>Overcoming Fire Detection Challenges</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F6913D64-25B1-915A-7E5E-0F0E56343BB9}"/>
              </a:ext>
            </a:extLst>
          </p:cNvPr>
          <p:cNvSpPr/>
          <p:nvPr/>
        </p:nvSpPr>
        <p:spPr>
          <a:xfrm>
            <a:off x="333375" y="981636"/>
            <a:ext cx="5667375" cy="2984500"/>
          </a:xfrm>
          <a:custGeom>
            <a:avLst/>
            <a:gdLst/>
            <a:ahLst/>
            <a:cxnLst/>
            <a:rect l="l" t="t" r="r" b="b"/>
            <a:pathLst>
              <a:path w="5667375" h="2984500">
                <a:moveTo>
                  <a:pt x="0" y="0"/>
                </a:moveTo>
                <a:lnTo>
                  <a:pt x="5667375" y="0"/>
                </a:lnTo>
                <a:lnTo>
                  <a:pt x="5667375" y="2984500"/>
                </a:lnTo>
                <a:lnTo>
                  <a:pt x="0" y="2984500"/>
                </a:lnTo>
                <a:lnTo>
                  <a:pt x="0" y="0"/>
                </a:lnTo>
                <a:close/>
              </a:path>
            </a:pathLst>
          </a:custGeom>
          <a:solidFill>
            <a:srgbClr val="F9FAFB"/>
          </a:solidFill>
          <a:ln/>
        </p:spPr>
      </p:sp>
      <p:sp>
        <p:nvSpPr>
          <p:cNvPr id="4" name="Shape 3">
            <a:extLst>
              <a:ext uri="{FF2B5EF4-FFF2-40B4-BE49-F238E27FC236}">
                <a16:creationId xmlns:a16="http://schemas.microsoft.com/office/drawing/2014/main" id="{D1970E53-6519-B635-C70B-9AB1E5448A6E}"/>
              </a:ext>
            </a:extLst>
          </p:cNvPr>
          <p:cNvSpPr/>
          <p:nvPr/>
        </p:nvSpPr>
        <p:spPr>
          <a:xfrm>
            <a:off x="333375" y="981636"/>
            <a:ext cx="31750" cy="2984500"/>
          </a:xfrm>
          <a:custGeom>
            <a:avLst/>
            <a:gdLst/>
            <a:ahLst/>
            <a:cxnLst/>
            <a:rect l="l" t="t" r="r" b="b"/>
            <a:pathLst>
              <a:path w="31750" h="2984500">
                <a:moveTo>
                  <a:pt x="0" y="0"/>
                </a:moveTo>
                <a:lnTo>
                  <a:pt x="31750" y="0"/>
                </a:lnTo>
                <a:lnTo>
                  <a:pt x="31750" y="2984500"/>
                </a:lnTo>
                <a:lnTo>
                  <a:pt x="0" y="2984500"/>
                </a:lnTo>
                <a:lnTo>
                  <a:pt x="0" y="0"/>
                </a:lnTo>
                <a:close/>
              </a:path>
            </a:pathLst>
          </a:custGeom>
          <a:solidFill>
            <a:srgbClr val="00B050"/>
          </a:solidFill>
          <a:ln/>
        </p:spPr>
      </p:sp>
      <p:sp>
        <p:nvSpPr>
          <p:cNvPr id="5" name="Shape 17">
            <a:extLst>
              <a:ext uri="{FF2B5EF4-FFF2-40B4-BE49-F238E27FC236}">
                <a16:creationId xmlns:a16="http://schemas.microsoft.com/office/drawing/2014/main" id="{E9526B4B-48D0-1E8A-86E7-CA4789121A28}"/>
              </a:ext>
            </a:extLst>
          </p:cNvPr>
          <p:cNvSpPr/>
          <p:nvPr/>
        </p:nvSpPr>
        <p:spPr>
          <a:xfrm>
            <a:off x="333375" y="4094726"/>
            <a:ext cx="5667375" cy="1614488"/>
          </a:xfrm>
          <a:custGeom>
            <a:avLst/>
            <a:gdLst/>
            <a:ahLst/>
            <a:cxnLst/>
            <a:rect l="l" t="t" r="r" b="b"/>
            <a:pathLst>
              <a:path w="5667375" h="2182813">
                <a:moveTo>
                  <a:pt x="0" y="0"/>
                </a:moveTo>
                <a:lnTo>
                  <a:pt x="5667375" y="0"/>
                </a:lnTo>
                <a:lnTo>
                  <a:pt x="5667375" y="2182813"/>
                </a:lnTo>
                <a:lnTo>
                  <a:pt x="0" y="2182813"/>
                </a:lnTo>
                <a:lnTo>
                  <a:pt x="0" y="0"/>
                </a:lnTo>
                <a:close/>
              </a:path>
            </a:pathLst>
          </a:custGeom>
          <a:solidFill>
            <a:srgbClr val="F9FAFB"/>
          </a:solidFill>
          <a:ln/>
        </p:spPr>
      </p:sp>
      <p:sp>
        <p:nvSpPr>
          <p:cNvPr id="6" name="Shape 18">
            <a:extLst>
              <a:ext uri="{FF2B5EF4-FFF2-40B4-BE49-F238E27FC236}">
                <a16:creationId xmlns:a16="http://schemas.microsoft.com/office/drawing/2014/main" id="{202BBEF7-7D22-BC7C-B195-F8D0D84A23F8}"/>
              </a:ext>
            </a:extLst>
          </p:cNvPr>
          <p:cNvSpPr/>
          <p:nvPr/>
        </p:nvSpPr>
        <p:spPr>
          <a:xfrm>
            <a:off x="333374" y="4094726"/>
            <a:ext cx="45719" cy="1614488"/>
          </a:xfrm>
          <a:custGeom>
            <a:avLst/>
            <a:gdLst/>
            <a:ahLst/>
            <a:cxnLst/>
            <a:rect l="l" t="t" r="r" b="b"/>
            <a:pathLst>
              <a:path w="31750" h="2182813">
                <a:moveTo>
                  <a:pt x="0" y="0"/>
                </a:moveTo>
                <a:lnTo>
                  <a:pt x="31750" y="0"/>
                </a:lnTo>
                <a:lnTo>
                  <a:pt x="31750" y="2182813"/>
                </a:lnTo>
                <a:lnTo>
                  <a:pt x="0" y="2182813"/>
                </a:lnTo>
                <a:lnTo>
                  <a:pt x="0" y="0"/>
                </a:lnTo>
                <a:close/>
              </a:path>
            </a:pathLst>
          </a:custGeom>
          <a:solidFill>
            <a:srgbClr val="7030A0"/>
          </a:solidFill>
          <a:ln/>
        </p:spPr>
      </p:sp>
      <p:sp>
        <p:nvSpPr>
          <p:cNvPr id="7" name="Shape 29">
            <a:extLst>
              <a:ext uri="{FF2B5EF4-FFF2-40B4-BE49-F238E27FC236}">
                <a16:creationId xmlns:a16="http://schemas.microsoft.com/office/drawing/2014/main" id="{4A54B725-A7FD-CB93-95D8-1ECE682083E1}"/>
              </a:ext>
            </a:extLst>
          </p:cNvPr>
          <p:cNvSpPr/>
          <p:nvPr/>
        </p:nvSpPr>
        <p:spPr>
          <a:xfrm>
            <a:off x="6207125" y="981636"/>
            <a:ext cx="5667375" cy="2206625"/>
          </a:xfrm>
          <a:custGeom>
            <a:avLst/>
            <a:gdLst/>
            <a:ahLst/>
            <a:cxnLst/>
            <a:rect l="l" t="t" r="r" b="b"/>
            <a:pathLst>
              <a:path w="5667375" h="2206625">
                <a:moveTo>
                  <a:pt x="0" y="0"/>
                </a:moveTo>
                <a:lnTo>
                  <a:pt x="5667375" y="0"/>
                </a:lnTo>
                <a:lnTo>
                  <a:pt x="5667375" y="2206625"/>
                </a:lnTo>
                <a:lnTo>
                  <a:pt x="0" y="2206625"/>
                </a:lnTo>
                <a:lnTo>
                  <a:pt x="0" y="0"/>
                </a:lnTo>
                <a:close/>
              </a:path>
            </a:pathLst>
          </a:custGeom>
          <a:solidFill>
            <a:srgbClr val="F9FAFB"/>
          </a:solidFill>
          <a:ln/>
        </p:spPr>
      </p:sp>
      <p:sp>
        <p:nvSpPr>
          <p:cNvPr id="8" name="Shape 30">
            <a:extLst>
              <a:ext uri="{FF2B5EF4-FFF2-40B4-BE49-F238E27FC236}">
                <a16:creationId xmlns:a16="http://schemas.microsoft.com/office/drawing/2014/main" id="{E5C86175-FA4E-A364-056C-147F07713112}"/>
              </a:ext>
            </a:extLst>
          </p:cNvPr>
          <p:cNvSpPr/>
          <p:nvPr/>
        </p:nvSpPr>
        <p:spPr>
          <a:xfrm>
            <a:off x="6207125" y="981636"/>
            <a:ext cx="31750" cy="2206625"/>
          </a:xfrm>
          <a:custGeom>
            <a:avLst/>
            <a:gdLst/>
            <a:ahLst/>
            <a:cxnLst/>
            <a:rect l="l" t="t" r="r" b="b"/>
            <a:pathLst>
              <a:path w="31750" h="2206625">
                <a:moveTo>
                  <a:pt x="0" y="0"/>
                </a:moveTo>
                <a:lnTo>
                  <a:pt x="31750" y="0"/>
                </a:lnTo>
                <a:lnTo>
                  <a:pt x="31750" y="2206625"/>
                </a:lnTo>
                <a:lnTo>
                  <a:pt x="0" y="2206625"/>
                </a:lnTo>
                <a:lnTo>
                  <a:pt x="0" y="0"/>
                </a:lnTo>
                <a:close/>
              </a:path>
            </a:pathLst>
          </a:custGeom>
          <a:solidFill>
            <a:srgbClr val="00B0F0"/>
          </a:solidFill>
          <a:ln/>
        </p:spPr>
      </p:sp>
      <p:sp>
        <p:nvSpPr>
          <p:cNvPr id="12" name="Rectangle: Rounded Corners 11">
            <a:extLst>
              <a:ext uri="{FF2B5EF4-FFF2-40B4-BE49-F238E27FC236}">
                <a16:creationId xmlns:a16="http://schemas.microsoft.com/office/drawing/2014/main" id="{74450EE8-BFBA-2607-61E1-7BD1D774E4E7}"/>
              </a:ext>
            </a:extLst>
          </p:cNvPr>
          <p:cNvSpPr/>
          <p:nvPr/>
        </p:nvSpPr>
        <p:spPr>
          <a:xfrm rot="16200000">
            <a:off x="2663188" y="2183332"/>
            <a:ext cx="924560" cy="2305051"/>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3" name="Shape 2">
            <a:extLst>
              <a:ext uri="{FF2B5EF4-FFF2-40B4-BE49-F238E27FC236}">
                <a16:creationId xmlns:a16="http://schemas.microsoft.com/office/drawing/2014/main" id="{1A4322F9-38A4-CBC8-A986-6D47739528C7}"/>
              </a:ext>
            </a:extLst>
          </p:cNvPr>
          <p:cNvSpPr/>
          <p:nvPr/>
        </p:nvSpPr>
        <p:spPr>
          <a:xfrm>
            <a:off x="317500" y="667111"/>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15" name="Text 4">
            <a:extLst>
              <a:ext uri="{FF2B5EF4-FFF2-40B4-BE49-F238E27FC236}">
                <a16:creationId xmlns:a16="http://schemas.microsoft.com/office/drawing/2014/main" id="{3E319C0B-32E7-8FBE-9AE5-328793ED4678}"/>
              </a:ext>
            </a:extLst>
          </p:cNvPr>
          <p:cNvSpPr/>
          <p:nvPr/>
        </p:nvSpPr>
        <p:spPr>
          <a:xfrm>
            <a:off x="508000" y="1174750"/>
            <a:ext cx="5413375" cy="222250"/>
          </a:xfrm>
          <a:prstGeom prst="rect">
            <a:avLst/>
          </a:prstGeom>
          <a:noFill/>
          <a:ln/>
        </p:spPr>
        <p:txBody>
          <a:bodyPr wrap="square" lIns="0" tIns="0" rIns="0" bIns="0" rtlCol="0" anchor="ctr"/>
          <a:lstStyle/>
          <a:p>
            <a:r>
              <a:rPr lang="en-IN" sz="1400" b="1" dirty="0">
                <a:latin typeface="Times New Roman" panose="02020603050405020304" pitchFamily="18" charset="0"/>
                <a:cs typeface="Times New Roman" panose="02020603050405020304" pitchFamily="18" charset="0"/>
              </a:rPr>
              <a:t>The Challenge: Sensor Sensitivity</a:t>
            </a:r>
          </a:p>
        </p:txBody>
      </p:sp>
      <p:sp>
        <p:nvSpPr>
          <p:cNvPr id="17" name="TextBox 16">
            <a:extLst>
              <a:ext uri="{FF2B5EF4-FFF2-40B4-BE49-F238E27FC236}">
                <a16:creationId xmlns:a16="http://schemas.microsoft.com/office/drawing/2014/main" id="{1619F72B-0EAA-E8A8-D587-B3C77E8406AE}"/>
              </a:ext>
            </a:extLst>
          </p:cNvPr>
          <p:cNvSpPr txBox="1"/>
          <p:nvPr/>
        </p:nvSpPr>
        <p:spPr>
          <a:xfrm>
            <a:off x="379093" y="1474838"/>
            <a:ext cx="5492750" cy="2491297"/>
          </a:xfrm>
          <a:prstGeom prst="rect">
            <a:avLst/>
          </a:prstGeom>
          <a:noFill/>
        </p:spPr>
        <p:txBody>
          <a:bodyPr wrap="square" rtlCol="0">
            <a:spAutoFit/>
          </a:bodyPr>
          <a:lstStyle/>
          <a:p>
            <a:endParaRPr lang="en-IN" dirty="0"/>
          </a:p>
        </p:txBody>
      </p:sp>
      <p:sp>
        <p:nvSpPr>
          <p:cNvPr id="19" name="Rectangle 3">
            <a:extLst>
              <a:ext uri="{FF2B5EF4-FFF2-40B4-BE49-F238E27FC236}">
                <a16:creationId xmlns:a16="http://schemas.microsoft.com/office/drawing/2014/main" id="{7547212A-B799-C47B-8A6D-7446E6AC1DB9}"/>
              </a:ext>
            </a:extLst>
          </p:cNvPr>
          <p:cNvSpPr>
            <a:spLocks noChangeArrowheads="1"/>
          </p:cNvSpPr>
          <p:nvPr/>
        </p:nvSpPr>
        <p:spPr bwMode="auto">
          <a:xfrm>
            <a:off x="415544" y="1397000"/>
            <a:ext cx="5534786"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High IR Sensitivity:</a:t>
            </a:r>
            <a:r>
              <a:rPr kumimoji="0" lang="en-US" altLang="en-US" sz="12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 testing revealed the IR Flame sensor incorrectly identified direct sunlight and bright ambient light as fire.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Artificial Light Interference:</a:t>
            </a:r>
            <a:r>
              <a:rPr kumimoji="0" lang="en-US" altLang="en-US" sz="12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Incandescent bulbs (60W and above) frequently triggered false positives.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Caregiver Alert Fatigue:</a:t>
            </a:r>
            <a:r>
              <a:rPr kumimoji="0" lang="en-US" altLang="en-US" sz="12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unverified alerts often lead to caregivers ignoring legitimate crises.</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0" name="Text 4">
            <a:extLst>
              <a:ext uri="{FF2B5EF4-FFF2-40B4-BE49-F238E27FC236}">
                <a16:creationId xmlns:a16="http://schemas.microsoft.com/office/drawing/2014/main" id="{FB402660-0535-E812-7CE8-28710362CD48}"/>
              </a:ext>
            </a:extLst>
          </p:cNvPr>
          <p:cNvSpPr/>
          <p:nvPr/>
        </p:nvSpPr>
        <p:spPr>
          <a:xfrm>
            <a:off x="6363081" y="1174750"/>
            <a:ext cx="5413375" cy="222250"/>
          </a:xfrm>
          <a:prstGeom prst="rect">
            <a:avLst/>
          </a:prstGeom>
          <a:noFill/>
          <a:ln/>
        </p:spPr>
        <p:txBody>
          <a:bodyPr wrap="square" lIns="0" tIns="0" rIns="0" bIns="0" rtlCol="0" anchor="ctr"/>
          <a:lstStyle/>
          <a:p>
            <a:r>
              <a:rPr lang="fr-FR" sz="1400" b="1" dirty="0">
                <a:latin typeface="Times New Roman" panose="02020603050405020304" pitchFamily="18" charset="0"/>
                <a:cs typeface="Times New Roman" panose="02020603050405020304" pitchFamily="18" charset="0"/>
              </a:rPr>
              <a:t>The Solution: Multi-</a:t>
            </a:r>
            <a:r>
              <a:rPr lang="fr-FR" sz="1400" b="1" dirty="0" err="1">
                <a:latin typeface="Times New Roman" panose="02020603050405020304" pitchFamily="18" charset="0"/>
                <a:cs typeface="Times New Roman" panose="02020603050405020304" pitchFamily="18" charset="0"/>
              </a:rPr>
              <a:t>Sensor</a:t>
            </a:r>
            <a:r>
              <a:rPr lang="fr-FR" sz="1400" b="1" dirty="0">
                <a:latin typeface="Times New Roman" panose="02020603050405020304" pitchFamily="18" charset="0"/>
                <a:cs typeface="Times New Roman" panose="02020603050405020304" pitchFamily="18" charset="0"/>
              </a:rPr>
              <a:t> Fusion Logic</a:t>
            </a:r>
            <a:endParaRPr lang="en-IN" sz="1400" b="1" dirty="0">
              <a:latin typeface="Times New Roman" panose="02020603050405020304" pitchFamily="18" charset="0"/>
              <a:cs typeface="Times New Roman" panose="02020603050405020304" pitchFamily="18" charset="0"/>
            </a:endParaRPr>
          </a:p>
        </p:txBody>
      </p:sp>
      <p:sp>
        <p:nvSpPr>
          <p:cNvPr id="25" name="Rectangle 6">
            <a:extLst>
              <a:ext uri="{FF2B5EF4-FFF2-40B4-BE49-F238E27FC236}">
                <a16:creationId xmlns:a16="http://schemas.microsoft.com/office/drawing/2014/main" id="{2AF6876F-2339-53CF-2DB0-EE9273F4B551}"/>
              </a:ext>
            </a:extLst>
          </p:cNvPr>
          <p:cNvSpPr>
            <a:spLocks noChangeArrowheads="1"/>
          </p:cNvSpPr>
          <p:nvPr/>
        </p:nvSpPr>
        <p:spPr bwMode="auto">
          <a:xfrm>
            <a:off x="6221093" y="1379934"/>
            <a:ext cx="5828919"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Dual-Trigger Requirement:</a:t>
            </a:r>
            <a:r>
              <a:rPr kumimoji="0" lang="en-US" altLang="en-US" sz="12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a strict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logic gate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alert only initiates if both the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IR Flame sensor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MQ-2 gas sensor</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 thresholds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Environmental Filtering:</a:t>
            </a:r>
            <a:r>
              <a:rPr kumimoji="0" lang="en-US" altLang="en-US" sz="12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synchronized trigger successfully separates genuine fire events from common interference like cooking activity or sunset saturation.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human-in-the-loop Protocol:</a:t>
            </a:r>
            <a:r>
              <a:rPr kumimoji="0" lang="en-US" altLang="en-US" sz="12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Notifications are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automatic</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requires a physical acknowledgment gesture from the user to verify the hazard before dispatching cloud alerts.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6" name="Text 4">
            <a:extLst>
              <a:ext uri="{FF2B5EF4-FFF2-40B4-BE49-F238E27FC236}">
                <a16:creationId xmlns:a16="http://schemas.microsoft.com/office/drawing/2014/main" id="{D29D921F-1DDF-5DCD-CD42-742C0A2155A6}"/>
              </a:ext>
            </a:extLst>
          </p:cNvPr>
          <p:cNvSpPr/>
          <p:nvPr/>
        </p:nvSpPr>
        <p:spPr>
          <a:xfrm>
            <a:off x="508000" y="4144571"/>
            <a:ext cx="5413375" cy="222250"/>
          </a:xfrm>
          <a:prstGeom prst="rect">
            <a:avLst/>
          </a:prstGeom>
          <a:noFill/>
          <a:ln/>
        </p:spPr>
        <p:txBody>
          <a:bodyPr wrap="square" lIns="0" tIns="0" rIns="0" bIns="0" rtlCol="0" anchor="ctr"/>
          <a:lstStyle/>
          <a:p>
            <a:r>
              <a:rPr lang="fr-FR" sz="1400" b="1" dirty="0">
                <a:latin typeface="Times New Roman" panose="02020603050405020304" pitchFamily="18" charset="0"/>
                <a:cs typeface="Times New Roman" panose="02020603050405020304" pitchFamily="18" charset="0"/>
              </a:rPr>
              <a:t>Emergency </a:t>
            </a:r>
            <a:r>
              <a:rPr lang="fr-FR" sz="1400" b="1" dirty="0" err="1">
                <a:latin typeface="Times New Roman" panose="02020603050405020304" pitchFamily="18" charset="0"/>
                <a:cs typeface="Times New Roman" panose="02020603050405020304" pitchFamily="18" charset="0"/>
              </a:rPr>
              <a:t>Execution</a:t>
            </a:r>
            <a:r>
              <a:rPr lang="fr-FR" sz="1400" b="1" dirty="0">
                <a:latin typeface="Times New Roman" panose="02020603050405020304" pitchFamily="18" charset="0"/>
                <a:cs typeface="Times New Roman" panose="02020603050405020304" pitchFamily="18" charset="0"/>
              </a:rPr>
              <a:t> Flow</a:t>
            </a:r>
            <a:endParaRPr lang="en-IN" sz="1400" b="1" dirty="0">
              <a:latin typeface="Times New Roman" panose="02020603050405020304" pitchFamily="18" charset="0"/>
              <a:cs typeface="Times New Roman" panose="02020603050405020304" pitchFamily="18" charset="0"/>
            </a:endParaRPr>
          </a:p>
        </p:txBody>
      </p:sp>
      <p:sp>
        <p:nvSpPr>
          <p:cNvPr id="28" name="Rectangle 7">
            <a:extLst>
              <a:ext uri="{FF2B5EF4-FFF2-40B4-BE49-F238E27FC236}">
                <a16:creationId xmlns:a16="http://schemas.microsoft.com/office/drawing/2014/main" id="{40A239AF-DBEF-428A-7CB3-241352516E70}"/>
              </a:ext>
            </a:extLst>
          </p:cNvPr>
          <p:cNvSpPr>
            <a:spLocks noChangeArrowheads="1"/>
          </p:cNvSpPr>
          <p:nvPr/>
        </p:nvSpPr>
        <p:spPr bwMode="auto">
          <a:xfrm>
            <a:off x="397000" y="4439263"/>
            <a:ext cx="550583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Local Alert:</a:t>
            </a:r>
            <a:r>
              <a:rPr kumimoji="0" lang="en-US" altLang="en-US" sz="1100" b="0"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Module enters a continuous 400ms beep/vibration cycle every 1 second upon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User Confirmation (ACK):</a:t>
            </a:r>
            <a:r>
              <a:rPr kumimoji="0" lang="en-US" altLang="en-US" sz="1100" b="0"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Holding </a:t>
            </a: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BOTH</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touch sensors for &gt;2s confirms the fire, sends a Blynk notification, and opens the door automatically for egress.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False Alarm Dismissal (STOP):</a:t>
            </a:r>
            <a:r>
              <a:rPr kumimoji="0" lang="en-US" altLang="en-US" sz="1100" b="0" i="0" u="none" strike="noStrike" cap="none" normalizeH="0" baseline="0" dirty="0">
                <a:ln>
                  <a:noFill/>
                </a:ln>
                <a:solidFill>
                  <a:srgbClr val="7030A0"/>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Holding </a:t>
            </a: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 for &gt;2s silences the alert and prevents unnecessary caregiver notification.</a:t>
            </a:r>
          </a:p>
        </p:txBody>
      </p:sp>
      <p:sp>
        <p:nvSpPr>
          <p:cNvPr id="29" name="Rectangle: Rounded Corners 28">
            <a:extLst>
              <a:ext uri="{FF2B5EF4-FFF2-40B4-BE49-F238E27FC236}">
                <a16:creationId xmlns:a16="http://schemas.microsoft.com/office/drawing/2014/main" id="{073E5CE3-47F4-E353-6E7F-A928F57CD87D}"/>
              </a:ext>
            </a:extLst>
          </p:cNvPr>
          <p:cNvSpPr/>
          <p:nvPr/>
        </p:nvSpPr>
        <p:spPr>
          <a:xfrm>
            <a:off x="6207125" y="3335857"/>
            <a:ext cx="5667375" cy="2856620"/>
          </a:xfrm>
          <a:prstGeom prst="roundRect">
            <a:avLst/>
          </a:prstGeom>
          <a:solidFill>
            <a:srgbClr val="CCEC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3" name="Picture 32">
            <a:extLst>
              <a:ext uri="{FF2B5EF4-FFF2-40B4-BE49-F238E27FC236}">
                <a16:creationId xmlns:a16="http://schemas.microsoft.com/office/drawing/2014/main" id="{6CEEF493-AFFD-99C5-005C-B242C465385C}"/>
              </a:ext>
            </a:extLst>
          </p:cNvPr>
          <p:cNvPicPr>
            <a:picLocks noChangeAspect="1"/>
          </p:cNvPicPr>
          <p:nvPr/>
        </p:nvPicPr>
        <p:blipFill>
          <a:blip r:embed="rId3"/>
          <a:stretch>
            <a:fillRect/>
          </a:stretch>
        </p:blipFill>
        <p:spPr>
          <a:xfrm>
            <a:off x="6096000" y="3335857"/>
            <a:ext cx="6171932" cy="3261152"/>
          </a:xfrm>
          <a:prstGeom prst="rect">
            <a:avLst/>
          </a:prstGeom>
        </p:spPr>
      </p:pic>
    </p:spTree>
    <p:extLst>
      <p:ext uri="{BB962C8B-B14F-4D97-AF65-F5344CB8AC3E}">
        <p14:creationId xmlns:p14="http://schemas.microsoft.com/office/powerpoint/2010/main" val="2080596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98291" y="250427"/>
            <a:ext cx="1995419" cy="314723"/>
          </a:xfrm>
          <a:prstGeom prst="rect">
            <a:avLst/>
          </a:prstGeom>
          <a:noFill/>
          <a:ln/>
        </p:spPr>
        <p:txBody>
          <a:bodyPr wrap="square" lIns="0" tIns="0" rIns="0" bIns="0" rtlCol="0" anchor="ctr"/>
          <a:lstStyle/>
          <a:p>
            <a:pPr>
              <a:lnSpc>
                <a:spcPct val="100000"/>
              </a:lnSpc>
            </a:pPr>
            <a:r>
              <a:rPr lang="en-US" sz="2300" b="1" dirty="0">
                <a:solidFill>
                  <a:srgbClr val="0070C0"/>
                </a:solidFill>
                <a:latin typeface="Times New Roman" panose="02020603050405020304" pitchFamily="18" charset="0"/>
                <a:ea typeface="Sorts Mill Goudy" pitchFamily="34" charset="-122"/>
                <a:cs typeface="Times New Roman" panose="02020603050405020304" pitchFamily="18" charset="0"/>
              </a:rPr>
              <a:t>IoT Integration</a:t>
            </a:r>
            <a:endParaRPr lang="en-US" sz="2300" dirty="0">
              <a:solidFill>
                <a:srgbClr val="0070C0"/>
              </a:solidFill>
              <a:latin typeface="Times New Roman" panose="02020603050405020304" pitchFamily="18" charset="0"/>
              <a:cs typeface="Times New Roman" panose="02020603050405020304" pitchFamily="18" charset="0"/>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 name="Shape 3"/>
          <p:cNvSpPr/>
          <p:nvPr/>
        </p:nvSpPr>
        <p:spPr>
          <a:xfrm>
            <a:off x="333375" y="809625"/>
            <a:ext cx="31750" cy="2055813"/>
          </a:xfrm>
          <a:custGeom>
            <a:avLst/>
            <a:gdLst/>
            <a:ahLst/>
            <a:cxnLst/>
            <a:rect l="l" t="t" r="r" b="b"/>
            <a:pathLst>
              <a:path w="31750" h="2055813">
                <a:moveTo>
                  <a:pt x="0" y="0"/>
                </a:moveTo>
                <a:lnTo>
                  <a:pt x="31750" y="0"/>
                </a:lnTo>
                <a:lnTo>
                  <a:pt x="31750" y="2055813"/>
                </a:lnTo>
                <a:lnTo>
                  <a:pt x="0" y="2055813"/>
                </a:lnTo>
                <a:lnTo>
                  <a:pt x="0" y="0"/>
                </a:lnTo>
                <a:close/>
              </a:path>
            </a:pathLst>
          </a:custGeom>
          <a:solidFill>
            <a:srgbClr val="FFFF00"/>
          </a:solidFill>
          <a:ln/>
        </p:spPr>
      </p:sp>
      <p:sp>
        <p:nvSpPr>
          <p:cNvPr id="6" name="Text 4"/>
          <p:cNvSpPr/>
          <p:nvPr/>
        </p:nvSpPr>
        <p:spPr>
          <a:xfrm>
            <a:off x="476250"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Blynk Virtual Pin Mapping</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76250" y="1127125"/>
            <a:ext cx="5603875" cy="174625"/>
          </a:xfrm>
          <a:prstGeom prst="rect">
            <a:avLst/>
          </a:prstGeom>
          <a:noFill/>
          <a:ln/>
        </p:spPr>
        <p:txBody>
          <a:bodyPr wrap="square" lIns="0" tIns="0" rIns="0" bIns="0" rtlCol="0" anchor="ctr"/>
          <a:lstStyle/>
          <a:p>
            <a:pPr>
              <a:lnSpc>
                <a:spcPct val="11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syncs hardware states to the cloud for remote monitoring.</a:t>
            </a:r>
            <a:endParaRPr lang="en-US" sz="1600" dirty="0">
              <a:latin typeface="Times New Roman" panose="02020603050405020304" pitchFamily="18" charset="0"/>
              <a:cs typeface="Times New Roman" panose="02020603050405020304" pitchFamily="18" charset="0"/>
            </a:endParaRPr>
          </a:p>
        </p:txBody>
      </p:sp>
      <p:graphicFrame>
        <p:nvGraphicFramePr>
          <p:cNvPr id="8" name="Table 0"/>
          <p:cNvGraphicFramePr>
            <a:graphicFrameLocks noGrp="1"/>
          </p:cNvGraphicFramePr>
          <p:nvPr>
            <p:extLst>
              <p:ext uri="{D42A27DB-BD31-4B8C-83A1-F6EECF244321}">
                <p14:modId xmlns:p14="http://schemas.microsoft.com/office/powerpoint/2010/main" val="2308687754"/>
              </p:ext>
            </p:extLst>
          </p:nvPr>
        </p:nvGraphicFramePr>
        <p:xfrm>
          <a:off x="476250" y="1397000"/>
          <a:ext cx="5540375" cy="1468440"/>
        </p:xfrm>
        <a:graphic>
          <a:graphicData uri="http://schemas.openxmlformats.org/drawingml/2006/table">
            <a:tbl>
              <a:tblPr/>
              <a:tblGrid>
                <a:gridCol w="1295669">
                  <a:extLst>
                    <a:ext uri="{9D8B030D-6E8A-4147-A177-3AD203B41FA5}">
                      <a16:colId xmlns:a16="http://schemas.microsoft.com/office/drawing/2014/main" val="20000"/>
                    </a:ext>
                  </a:extLst>
                </a:gridCol>
                <a:gridCol w="2074660">
                  <a:extLst>
                    <a:ext uri="{9D8B030D-6E8A-4147-A177-3AD203B41FA5}">
                      <a16:colId xmlns:a16="http://schemas.microsoft.com/office/drawing/2014/main" val="20001"/>
                    </a:ext>
                  </a:extLst>
                </a:gridCol>
                <a:gridCol w="2170046">
                  <a:extLst>
                    <a:ext uri="{9D8B030D-6E8A-4147-A177-3AD203B41FA5}">
                      <a16:colId xmlns:a16="http://schemas.microsoft.com/office/drawing/2014/main" val="20002"/>
                    </a:ext>
                  </a:extLst>
                </a:gridCol>
              </a:tblGrid>
              <a:tr h="293688">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Virtual Pin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Device Assignment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Data Range</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V1</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Light 1 Status</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(OFF) – 1 (ON)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1"/>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V2</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Light 2 Status</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(OFF) – 1 (ON)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2"/>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V3</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Fan 1 Speed</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 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3"/>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Fan 2 Speed</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 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4"/>
                  </a:ext>
                </a:extLst>
              </a:tr>
            </a:tbl>
          </a:graphicData>
        </a:graphic>
      </p:graphicFrame>
      <p:sp>
        <p:nvSpPr>
          <p:cNvPr id="9" name="Shape 6"/>
          <p:cNvSpPr/>
          <p:nvPr/>
        </p:nvSpPr>
        <p:spPr>
          <a:xfrm>
            <a:off x="6240780" y="712676"/>
            <a:ext cx="45719" cy="2867025"/>
          </a:xfrm>
          <a:custGeom>
            <a:avLst/>
            <a:gdLst/>
            <a:ahLst/>
            <a:cxnLst/>
            <a:rect l="l" t="t" r="r" b="b"/>
            <a:pathLst>
              <a:path w="31750" h="4730750">
                <a:moveTo>
                  <a:pt x="0" y="0"/>
                </a:moveTo>
                <a:lnTo>
                  <a:pt x="31750" y="0"/>
                </a:lnTo>
                <a:lnTo>
                  <a:pt x="31750" y="4730750"/>
                </a:lnTo>
                <a:lnTo>
                  <a:pt x="0" y="4730750"/>
                </a:lnTo>
                <a:lnTo>
                  <a:pt x="0" y="0"/>
                </a:lnTo>
                <a:close/>
              </a:path>
            </a:pathLst>
          </a:custGeom>
          <a:solidFill>
            <a:srgbClr val="00B050"/>
          </a:solidFill>
          <a:ln/>
        </p:spPr>
      </p:sp>
      <p:sp>
        <p:nvSpPr>
          <p:cNvPr id="10" name="Text 7"/>
          <p:cNvSpPr/>
          <p:nvPr/>
        </p:nvSpPr>
        <p:spPr>
          <a:xfrm>
            <a:off x="6362700" y="712676"/>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Blynk Synchronization Code</a:t>
            </a:r>
            <a:endParaRPr lang="en-US" sz="1600" dirty="0">
              <a:latin typeface="Times New Roman" panose="02020603050405020304" pitchFamily="18" charset="0"/>
              <a:cs typeface="Times New Roman" panose="02020603050405020304" pitchFamily="18" charset="0"/>
            </a:endParaRPr>
          </a:p>
        </p:txBody>
      </p:sp>
      <p:sp>
        <p:nvSpPr>
          <p:cNvPr id="11" name="Shape 8"/>
          <p:cNvSpPr/>
          <p:nvPr/>
        </p:nvSpPr>
        <p:spPr>
          <a:xfrm>
            <a:off x="6365875" y="1033351"/>
            <a:ext cx="3185754" cy="2546350"/>
          </a:xfrm>
          <a:custGeom>
            <a:avLst/>
            <a:gdLst/>
            <a:ahLst/>
            <a:cxnLst/>
            <a:rect l="l" t="t" r="r" b="b"/>
            <a:pathLst>
              <a:path w="5530850" h="2546350">
                <a:moveTo>
                  <a:pt x="31753" y="0"/>
                </a:moveTo>
                <a:lnTo>
                  <a:pt x="5499097" y="0"/>
                </a:lnTo>
                <a:cubicBezTo>
                  <a:pt x="5516634" y="0"/>
                  <a:pt x="5530850" y="14216"/>
                  <a:pt x="5530850" y="31753"/>
                </a:cubicBezTo>
                <a:lnTo>
                  <a:pt x="5530850" y="2514597"/>
                </a:lnTo>
                <a:cubicBezTo>
                  <a:pt x="5530850" y="2532134"/>
                  <a:pt x="5516634" y="2546350"/>
                  <a:pt x="5499097" y="2546350"/>
                </a:cubicBezTo>
                <a:lnTo>
                  <a:pt x="31753" y="2546350"/>
                </a:lnTo>
                <a:cubicBezTo>
                  <a:pt x="14216" y="2546350"/>
                  <a:pt x="0" y="2532134"/>
                  <a:pt x="0" y="2514597"/>
                </a:cubicBezTo>
                <a:lnTo>
                  <a:pt x="0" y="31753"/>
                </a:lnTo>
                <a:cubicBezTo>
                  <a:pt x="0" y="14216"/>
                  <a:pt x="14216" y="0"/>
                  <a:pt x="31753" y="0"/>
                </a:cubicBezTo>
                <a:close/>
              </a:path>
            </a:pathLst>
          </a:custGeom>
          <a:solidFill>
            <a:srgbClr val="F9FAFB"/>
          </a:solidFill>
          <a:ln w="10160">
            <a:solidFill>
              <a:srgbClr val="E5E7EB"/>
            </a:solidFill>
            <a:prstDash val="solid"/>
          </a:ln>
        </p:spPr>
      </p:sp>
      <p:sp>
        <p:nvSpPr>
          <p:cNvPr id="12" name="Text 9"/>
          <p:cNvSpPr/>
          <p:nvPr/>
        </p:nvSpPr>
        <p:spPr>
          <a:xfrm>
            <a:off x="6464300" y="1131777"/>
            <a:ext cx="5389563" cy="2349500"/>
          </a:xfrm>
          <a:prstGeom prst="rect">
            <a:avLst/>
          </a:prstGeom>
          <a:noFill/>
          <a:ln/>
        </p:spPr>
        <p:txBody>
          <a:bodyPr wrap="square" lIns="0" tIns="0" rIns="0" bIns="0" rtlCol="0" anchor="ctr"/>
          <a:lstStyle/>
          <a:p>
            <a:pPr>
              <a:lnSpc>
                <a:spcPct val="100000"/>
              </a:lnSpc>
            </a:pP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Hardware → Cloud (State Updates)</a:t>
            </a:r>
          </a:p>
          <a:p>
            <a:pPr>
              <a:lnSpc>
                <a:spcPct val="100000"/>
              </a:lnSpc>
            </a:pP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(Blynk.connected())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Blynk.virtualWrite(V1,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Blynk.virtualWrite(V2, l2State);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Blynk.virtualWrite(V3, fan1State);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Blynk.virtualWrite(V4, fan2State);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Cloud → Hardware (Control Commands)</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BLYNK_WRITE(V1)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l1State = param.asInt();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digitalWrite(RELAY_L1, l1State);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31" name="Shape 28"/>
          <p:cNvSpPr/>
          <p:nvPr/>
        </p:nvSpPr>
        <p:spPr>
          <a:xfrm>
            <a:off x="338138" y="3106852"/>
            <a:ext cx="45719" cy="3429000"/>
          </a:xfrm>
          <a:custGeom>
            <a:avLst/>
            <a:gdLst/>
            <a:ahLst/>
            <a:cxnLst/>
            <a:rect l="l" t="t" r="r" b="b"/>
            <a:pathLst>
              <a:path w="31750" h="4333875">
                <a:moveTo>
                  <a:pt x="0" y="0"/>
                </a:moveTo>
                <a:lnTo>
                  <a:pt x="31750" y="0"/>
                </a:lnTo>
                <a:lnTo>
                  <a:pt x="31750" y="4333875"/>
                </a:lnTo>
                <a:lnTo>
                  <a:pt x="0" y="4333875"/>
                </a:lnTo>
                <a:lnTo>
                  <a:pt x="0" y="0"/>
                </a:lnTo>
                <a:close/>
              </a:path>
            </a:pathLst>
          </a:custGeom>
          <a:solidFill>
            <a:srgbClr val="00B0F0"/>
          </a:solidFill>
          <a:ln/>
        </p:spPr>
      </p:sp>
      <p:sp>
        <p:nvSpPr>
          <p:cNvPr id="32" name="Text 29"/>
          <p:cNvSpPr/>
          <p:nvPr/>
        </p:nvSpPr>
        <p:spPr>
          <a:xfrm>
            <a:off x="481014" y="3106851"/>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Emergency Response Implementation</a:t>
            </a:r>
            <a:endParaRPr lang="en-US" sz="1600" dirty="0">
              <a:latin typeface="Times New Roman" panose="02020603050405020304" pitchFamily="18" charset="0"/>
              <a:cs typeface="Times New Roman" panose="02020603050405020304" pitchFamily="18" charset="0"/>
            </a:endParaRPr>
          </a:p>
        </p:txBody>
      </p:sp>
      <p:sp>
        <p:nvSpPr>
          <p:cNvPr id="33" name="Shape 30"/>
          <p:cNvSpPr/>
          <p:nvPr/>
        </p:nvSpPr>
        <p:spPr>
          <a:xfrm>
            <a:off x="484189" y="3359150"/>
            <a:ext cx="3972561" cy="2273302"/>
          </a:xfrm>
          <a:custGeom>
            <a:avLst/>
            <a:gdLst/>
            <a:ahLst/>
            <a:cxnLst/>
            <a:rect l="l" t="t" r="r" b="b"/>
            <a:pathLst>
              <a:path w="5530850" h="3625850">
                <a:moveTo>
                  <a:pt x="31762" y="0"/>
                </a:moveTo>
                <a:lnTo>
                  <a:pt x="5499088" y="0"/>
                </a:lnTo>
                <a:cubicBezTo>
                  <a:pt x="5516629" y="0"/>
                  <a:pt x="5530850" y="14221"/>
                  <a:pt x="5530850" y="31762"/>
                </a:cubicBezTo>
                <a:lnTo>
                  <a:pt x="5530850" y="3594088"/>
                </a:lnTo>
                <a:cubicBezTo>
                  <a:pt x="5530850" y="3611629"/>
                  <a:pt x="5516629" y="3625850"/>
                  <a:pt x="5499088" y="3625850"/>
                </a:cubicBezTo>
                <a:lnTo>
                  <a:pt x="31762" y="3625850"/>
                </a:lnTo>
                <a:cubicBezTo>
                  <a:pt x="14221" y="3625850"/>
                  <a:pt x="0" y="3611629"/>
                  <a:pt x="0" y="3594088"/>
                </a:cubicBezTo>
                <a:lnTo>
                  <a:pt x="0" y="31762"/>
                </a:lnTo>
                <a:cubicBezTo>
                  <a:pt x="0" y="14232"/>
                  <a:pt x="14232" y="0"/>
                  <a:pt x="31762" y="0"/>
                </a:cubicBezTo>
                <a:close/>
              </a:path>
            </a:pathLst>
          </a:custGeom>
          <a:solidFill>
            <a:srgbClr val="F9FAFB"/>
          </a:solidFill>
          <a:ln w="10160">
            <a:solidFill>
              <a:srgbClr val="E5E7EB"/>
            </a:solidFill>
            <a:prstDash val="solid"/>
          </a:ln>
        </p:spPr>
      </p:sp>
      <p:sp>
        <p:nvSpPr>
          <p:cNvPr id="34" name="Text 31"/>
          <p:cNvSpPr/>
          <p:nvPr/>
        </p:nvSpPr>
        <p:spPr>
          <a:xfrm>
            <a:off x="582614" y="2865438"/>
            <a:ext cx="5389563" cy="3429000"/>
          </a:xfrm>
          <a:prstGeom prst="rect">
            <a:avLst/>
          </a:prstGeom>
          <a:noFill/>
          <a:ln/>
        </p:spPr>
        <p:txBody>
          <a:bodyPr wrap="square" lIns="0" tIns="0" rIns="0" bIns="0" rtlCol="0" anchor="ctr"/>
          <a:lstStyle/>
          <a:p>
            <a:pPr>
              <a:lnSpc>
                <a:spcPct val="100000"/>
              </a:lnSpc>
            </a:pP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Fire Detection Loop (Active HIGH)</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(digitalRead(FLAME_PIN) == HIGH)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(!fireActive)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fireActive = </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true</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updateOled("!! FIRE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(millis() - lastFireMsg &gt; 1000)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lastFireMsg = millis();</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activeClient.print('F'); </a:t>
            </a: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Alert remote</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ACK: Confirmed Emergency</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if</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(inputBuffer == "ACK")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fireActive = </a:t>
            </a:r>
            <a:r>
              <a:rPr lang="en-US" sz="875" dirty="0">
                <a:solidFill>
                  <a:srgbClr val="8B0000"/>
                </a:solidFill>
                <a:latin typeface="Times New Roman" panose="02020603050405020304" pitchFamily="18" charset="0"/>
                <a:ea typeface="MiSans" pitchFamily="34" charset="-122"/>
                <a:cs typeface="Times New Roman" panose="02020603050405020304" pitchFamily="18" charset="0"/>
              </a:rPr>
              <a:t>false</a:t>
            </a: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doorServo.write(90); </a:t>
            </a:r>
            <a:r>
              <a:rPr lang="en-US" sz="875" dirty="0">
                <a:solidFill>
                  <a:srgbClr val="6B7280"/>
                </a:solidFill>
                <a:latin typeface="Times New Roman" panose="02020603050405020304" pitchFamily="18" charset="0"/>
                <a:ea typeface="MiSans" pitchFamily="34" charset="-122"/>
                <a:cs typeface="Times New Roman" panose="02020603050405020304" pitchFamily="18" charset="0"/>
              </a:rPr>
              <a:t>// Open door</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Blynk.logEvent("fire_alert", </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    "Fire Alarm Confirmed!");</a:t>
            </a:r>
            <a:endParaRPr lang="en-US" sz="1600" dirty="0">
              <a:latin typeface="Times New Roman" panose="02020603050405020304" pitchFamily="18" charset="0"/>
              <a:cs typeface="Times New Roman" panose="02020603050405020304" pitchFamily="18" charset="0"/>
            </a:endParaRPr>
          </a:p>
          <a:p>
            <a:pPr>
              <a:lnSpc>
                <a:spcPct val="100000"/>
              </a:lnSpc>
            </a:pPr>
            <a:r>
              <a:rPr lang="en-US" sz="875" dirty="0">
                <a:solidFill>
                  <a:srgbClr val="1F2937"/>
                </a:solidFill>
                <a:latin typeface="Times New Roman" panose="02020603050405020304" pitchFamily="18" charset="0"/>
                <a:ea typeface="MiSans"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37" name="Shape 34"/>
          <p:cNvSpPr/>
          <p:nvPr/>
        </p:nvSpPr>
        <p:spPr>
          <a:xfrm>
            <a:off x="317500" y="7818836"/>
            <a:ext cx="11557000" cy="6350"/>
          </a:xfrm>
          <a:custGeom>
            <a:avLst/>
            <a:gdLst/>
            <a:ahLst/>
            <a:cxnLst/>
            <a:rect l="l" t="t" r="r" b="b"/>
            <a:pathLst>
              <a:path w="11557000" h="6350">
                <a:moveTo>
                  <a:pt x="0" y="0"/>
                </a:moveTo>
                <a:lnTo>
                  <a:pt x="11557000" y="0"/>
                </a:lnTo>
                <a:lnTo>
                  <a:pt x="11557000" y="6350"/>
                </a:lnTo>
                <a:lnTo>
                  <a:pt x="0" y="6350"/>
                </a:lnTo>
                <a:lnTo>
                  <a:pt x="0" y="0"/>
                </a:lnTo>
                <a:close/>
              </a:path>
            </a:pathLst>
          </a:custGeom>
          <a:solidFill>
            <a:srgbClr val="E5E7EB"/>
          </a:solidFill>
          <a:ln/>
        </p:spPr>
      </p:sp>
      <p:sp>
        <p:nvSpPr>
          <p:cNvPr id="38" name="Text 35"/>
          <p:cNvSpPr/>
          <p:nvPr/>
        </p:nvSpPr>
        <p:spPr>
          <a:xfrm>
            <a:off x="317500" y="7885509"/>
            <a:ext cx="2992438"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Times New Roman" panose="02020603050405020304" pitchFamily="18" charset="0"/>
                <a:ea typeface="Sorts Mill Goudy" pitchFamily="34" charset="-122"/>
                <a:cs typeface="Times New Roman" panose="02020603050405020304" pitchFamily="18" charset="0"/>
              </a:rPr>
              <a:t>Table 10:</a:t>
            </a: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 Blynk IoT integration and safety system architecture</a:t>
            </a:r>
            <a:endParaRPr lang="en-US" sz="1600" dirty="0">
              <a:latin typeface="Times New Roman" panose="02020603050405020304" pitchFamily="18" charset="0"/>
              <a:cs typeface="Times New Roman" panose="02020603050405020304" pitchFamily="18" charset="0"/>
            </a:endParaRPr>
          </a:p>
        </p:txBody>
      </p:sp>
      <p:sp>
        <p:nvSpPr>
          <p:cNvPr id="39" name="Text 36"/>
          <p:cNvSpPr/>
          <p:nvPr/>
        </p:nvSpPr>
        <p:spPr>
          <a:xfrm>
            <a:off x="10118031" y="7885509"/>
            <a:ext cx="180975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Times New Roman" panose="02020603050405020304" pitchFamily="18" charset="0"/>
                <a:ea typeface="Sorts Mill Goudy" pitchFamily="34" charset="-122"/>
                <a:cs typeface="Times New Roman" panose="02020603050405020304" pitchFamily="18" charset="0"/>
              </a:rPr>
              <a:t>Braille-Based IoT Home Automation</a:t>
            </a:r>
            <a:endParaRPr lang="en-US" sz="1600" dirty="0">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46C2E4DD-F1D5-12D6-6A15-656AE1DC0E32}"/>
              </a:ext>
            </a:extLst>
          </p:cNvPr>
          <p:cNvPicPr>
            <a:picLocks noChangeAspect="1"/>
          </p:cNvPicPr>
          <p:nvPr/>
        </p:nvPicPr>
        <p:blipFill>
          <a:blip r:embed="rId3"/>
          <a:srcRect l="1617"/>
          <a:stretch>
            <a:fillRect/>
          </a:stretch>
        </p:blipFill>
        <p:spPr>
          <a:xfrm>
            <a:off x="383857" y="5818550"/>
            <a:ext cx="4269427" cy="747464"/>
          </a:xfrm>
          <a:prstGeom prst="rect">
            <a:avLst/>
          </a:prstGeom>
        </p:spPr>
      </p:pic>
      <p:sp>
        <p:nvSpPr>
          <p:cNvPr id="42" name="Text 29">
            <a:extLst>
              <a:ext uri="{FF2B5EF4-FFF2-40B4-BE49-F238E27FC236}">
                <a16:creationId xmlns:a16="http://schemas.microsoft.com/office/drawing/2014/main" id="{CB22F929-D216-823C-6FC2-FF7E07E708C3}"/>
              </a:ext>
            </a:extLst>
          </p:cNvPr>
          <p:cNvSpPr/>
          <p:nvPr/>
        </p:nvSpPr>
        <p:spPr>
          <a:xfrm>
            <a:off x="512764" y="5626612"/>
            <a:ext cx="5619750" cy="222250"/>
          </a:xfrm>
          <a:prstGeom prst="rect">
            <a:avLst/>
          </a:prstGeom>
          <a:noFill/>
          <a:ln/>
        </p:spPr>
        <p:txBody>
          <a:bodyPr wrap="square" lIns="0" tIns="0" rIns="0" bIns="0" rtlCol="0" anchor="ctr"/>
          <a:lstStyle/>
          <a:p>
            <a:pPr>
              <a:lnSpc>
                <a:spcPct val="120000"/>
              </a:lnSpc>
            </a:pPr>
            <a:r>
              <a:rPr lang="en-US" sz="1250" b="1" dirty="0">
                <a:latin typeface="Times New Roman" panose="02020603050405020304" pitchFamily="18" charset="0"/>
                <a:cs typeface="Times New Roman" panose="02020603050405020304" pitchFamily="18" charset="0"/>
              </a:rPr>
              <a:t>Notification on Blynk cloud</a:t>
            </a:r>
          </a:p>
        </p:txBody>
      </p:sp>
      <p:pic>
        <p:nvPicPr>
          <p:cNvPr id="13" name="Picture 12">
            <a:extLst>
              <a:ext uri="{FF2B5EF4-FFF2-40B4-BE49-F238E27FC236}">
                <a16:creationId xmlns:a16="http://schemas.microsoft.com/office/drawing/2014/main" id="{41B1BD6F-54F4-63F4-2D2F-5EAEDC10367D}"/>
              </a:ext>
            </a:extLst>
          </p:cNvPr>
          <p:cNvPicPr>
            <a:picLocks noChangeAspect="1"/>
          </p:cNvPicPr>
          <p:nvPr/>
        </p:nvPicPr>
        <p:blipFill>
          <a:blip r:embed="rId4"/>
          <a:stretch>
            <a:fillRect/>
          </a:stretch>
        </p:blipFill>
        <p:spPr>
          <a:xfrm>
            <a:off x="6240780" y="3802030"/>
            <a:ext cx="3847309" cy="2744062"/>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FBC65F6-8546-A593-2AA7-6E3AE5BB3466}"/>
              </a:ext>
            </a:extLst>
          </p:cNvPr>
          <p:cNvSpPr/>
          <p:nvPr/>
        </p:nvSpPr>
        <p:spPr>
          <a:xfrm>
            <a:off x="317500" y="460375"/>
            <a:ext cx="11699875" cy="317500"/>
          </a:xfrm>
          <a:prstGeom prst="rect">
            <a:avLst/>
          </a:prstGeom>
          <a:noFill/>
          <a:ln/>
        </p:spPr>
        <p:txBody>
          <a:bodyPr wrap="square" lIns="0" tIns="0" rIns="0" bIns="0" rtlCol="0" anchor="ctr"/>
          <a:lstStyle/>
          <a:p>
            <a:pPr algn="ctr">
              <a:lnSpc>
                <a:spcPct val="90000"/>
              </a:lnSpc>
            </a:pPr>
            <a:r>
              <a:rPr lang="en-US" sz="2250" b="1" dirty="0">
                <a:solidFill>
                  <a:srgbClr val="0070C0"/>
                </a:solidFill>
                <a:latin typeface="Times New Roman" panose="02020603050405020304" pitchFamily="18" charset="0"/>
                <a:ea typeface="Sorts Mill Goudy" pitchFamily="34" charset="-122"/>
                <a:cs typeface="Times New Roman" panose="02020603050405020304" pitchFamily="18" charset="0"/>
              </a:rPr>
              <a:t>Password circuit operation</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033D47D4-1B20-F18C-ECD3-AFA211626390}"/>
              </a:ext>
            </a:extLst>
          </p:cNvPr>
          <p:cNvSpPr/>
          <p:nvPr/>
        </p:nvSpPr>
        <p:spPr>
          <a:xfrm>
            <a:off x="333375" y="1016000"/>
            <a:ext cx="5667375" cy="2389188"/>
          </a:xfrm>
          <a:custGeom>
            <a:avLst/>
            <a:gdLst/>
            <a:ahLst/>
            <a:cxnLst/>
            <a:rect l="l" t="t" r="r" b="b"/>
            <a:pathLst>
              <a:path w="5667375" h="2389188">
                <a:moveTo>
                  <a:pt x="0" y="0"/>
                </a:moveTo>
                <a:lnTo>
                  <a:pt x="5667375" y="0"/>
                </a:lnTo>
                <a:lnTo>
                  <a:pt x="5667375" y="2389188"/>
                </a:lnTo>
                <a:lnTo>
                  <a:pt x="0" y="2389188"/>
                </a:lnTo>
                <a:lnTo>
                  <a:pt x="0" y="0"/>
                </a:lnTo>
                <a:close/>
              </a:path>
            </a:pathLst>
          </a:custGeom>
          <a:solidFill>
            <a:srgbClr val="F9FAFB"/>
          </a:solidFill>
          <a:ln/>
        </p:spPr>
      </p:sp>
      <p:sp>
        <p:nvSpPr>
          <p:cNvPr id="4" name="Shape 3">
            <a:extLst>
              <a:ext uri="{FF2B5EF4-FFF2-40B4-BE49-F238E27FC236}">
                <a16:creationId xmlns:a16="http://schemas.microsoft.com/office/drawing/2014/main" id="{04F038F2-53D9-F06D-B370-8800A2587B51}"/>
              </a:ext>
            </a:extLst>
          </p:cNvPr>
          <p:cNvSpPr/>
          <p:nvPr/>
        </p:nvSpPr>
        <p:spPr>
          <a:xfrm>
            <a:off x="333375" y="1016000"/>
            <a:ext cx="31750" cy="2389188"/>
          </a:xfrm>
          <a:custGeom>
            <a:avLst/>
            <a:gdLst/>
            <a:ahLst/>
            <a:cxnLst/>
            <a:rect l="l" t="t" r="r" b="b"/>
            <a:pathLst>
              <a:path w="31750" h="2389188">
                <a:moveTo>
                  <a:pt x="0" y="0"/>
                </a:moveTo>
                <a:lnTo>
                  <a:pt x="31750" y="0"/>
                </a:lnTo>
                <a:lnTo>
                  <a:pt x="31750" y="2389188"/>
                </a:lnTo>
                <a:lnTo>
                  <a:pt x="0" y="2389188"/>
                </a:lnTo>
                <a:lnTo>
                  <a:pt x="0" y="0"/>
                </a:lnTo>
                <a:close/>
              </a:path>
            </a:pathLst>
          </a:custGeom>
          <a:solidFill>
            <a:srgbClr val="FFFF00"/>
          </a:solidFill>
          <a:ln/>
        </p:spPr>
      </p:sp>
      <p:sp>
        <p:nvSpPr>
          <p:cNvPr id="5" name="Text 4">
            <a:extLst>
              <a:ext uri="{FF2B5EF4-FFF2-40B4-BE49-F238E27FC236}">
                <a16:creationId xmlns:a16="http://schemas.microsoft.com/office/drawing/2014/main" id="{92651AC8-4CF7-1216-A187-8E54065D3EBA}"/>
              </a:ext>
            </a:extLst>
          </p:cNvPr>
          <p:cNvSpPr/>
          <p:nvPr/>
        </p:nvSpPr>
        <p:spPr>
          <a:xfrm>
            <a:off x="508000" y="1174750"/>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Component Logic</a:t>
            </a:r>
            <a:endParaRPr lang="en-US" sz="16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E633C8A7-A11D-40BC-6FC4-58E29A53F16E}"/>
              </a:ext>
            </a:extLst>
          </p:cNvPr>
          <p:cNvSpPr/>
          <p:nvPr/>
        </p:nvSpPr>
        <p:spPr>
          <a:xfrm>
            <a:off x="508000" y="1492250"/>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password entry system uses a simplified </a:t>
            </a: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binary input mechanism</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with two components working together:</a:t>
            </a:r>
            <a:endParaRPr lang="en-US" sz="1600" dirty="0">
              <a:latin typeface="Times New Roman" panose="02020603050405020304" pitchFamily="18" charset="0"/>
              <a:cs typeface="Times New Roman" panose="02020603050405020304" pitchFamily="18" charset="0"/>
            </a:endParaRPr>
          </a:p>
        </p:txBody>
      </p:sp>
      <p:sp>
        <p:nvSpPr>
          <p:cNvPr id="7" name="Shape 6">
            <a:extLst>
              <a:ext uri="{FF2B5EF4-FFF2-40B4-BE49-F238E27FC236}">
                <a16:creationId xmlns:a16="http://schemas.microsoft.com/office/drawing/2014/main" id="{70FAAB56-05FC-2ECF-4142-2383C3028849}"/>
              </a:ext>
            </a:extLst>
          </p:cNvPr>
          <p:cNvSpPr/>
          <p:nvPr/>
        </p:nvSpPr>
        <p:spPr>
          <a:xfrm>
            <a:off x="514350" y="2038350"/>
            <a:ext cx="2592388" cy="1203325"/>
          </a:xfrm>
          <a:custGeom>
            <a:avLst/>
            <a:gdLst/>
            <a:ahLst/>
            <a:cxnLst/>
            <a:rect l="l" t="t" r="r" b="b"/>
            <a:pathLst>
              <a:path w="2592388" h="1203325">
                <a:moveTo>
                  <a:pt x="0" y="0"/>
                </a:moveTo>
                <a:lnTo>
                  <a:pt x="2592388" y="0"/>
                </a:lnTo>
                <a:lnTo>
                  <a:pt x="2592388" y="1203325"/>
                </a:lnTo>
                <a:lnTo>
                  <a:pt x="0" y="1203325"/>
                </a:lnTo>
                <a:lnTo>
                  <a:pt x="0" y="0"/>
                </a:lnTo>
                <a:close/>
              </a:path>
            </a:pathLst>
          </a:custGeom>
          <a:solidFill>
            <a:srgbClr val="FFFFFF"/>
          </a:solidFill>
          <a:ln w="20320">
            <a:solidFill>
              <a:schemeClr val="accent4">
                <a:lumMod val="20000"/>
                <a:lumOff val="80000"/>
              </a:schemeClr>
            </a:solidFill>
            <a:prstDash val="dash"/>
          </a:ln>
        </p:spPr>
        <p:txBody>
          <a:bodyPr/>
          <a:lstStyle/>
          <a:p>
            <a:endParaRPr lang="en-IN" dirty="0">
              <a:latin typeface="Times New Roman" panose="02020603050405020304" pitchFamily="18" charset="0"/>
              <a:cs typeface="Times New Roman" panose="02020603050405020304" pitchFamily="18" charset="0"/>
            </a:endParaRPr>
          </a:p>
        </p:txBody>
      </p:sp>
      <p:sp>
        <p:nvSpPr>
          <p:cNvPr id="8" name="Shape 7">
            <a:extLst>
              <a:ext uri="{FF2B5EF4-FFF2-40B4-BE49-F238E27FC236}">
                <a16:creationId xmlns:a16="http://schemas.microsoft.com/office/drawing/2014/main" id="{7C2F3BCD-C803-1869-6AC0-6F6E32E3CAAA}"/>
              </a:ext>
            </a:extLst>
          </p:cNvPr>
          <p:cNvSpPr/>
          <p:nvPr/>
        </p:nvSpPr>
        <p:spPr>
          <a:xfrm>
            <a:off x="1692672" y="2171701"/>
            <a:ext cx="238125" cy="238125"/>
          </a:xfrm>
          <a:custGeom>
            <a:avLst/>
            <a:gdLst/>
            <a:ahLst/>
            <a:cxnLst/>
            <a:rect l="l" t="t" r="r" b="b"/>
            <a:pathLst>
              <a:path w="238125" h="238125">
                <a:moveTo>
                  <a:pt x="22324" y="119062"/>
                </a:moveTo>
                <a:cubicBezTo>
                  <a:pt x="22324" y="65624"/>
                  <a:pt x="65624" y="22324"/>
                  <a:pt x="119062" y="22324"/>
                </a:cubicBezTo>
                <a:cubicBezTo>
                  <a:pt x="148410" y="22324"/>
                  <a:pt x="174687" y="35393"/>
                  <a:pt x="192453" y="56043"/>
                </a:cubicBezTo>
                <a:cubicBezTo>
                  <a:pt x="196453" y="60740"/>
                  <a:pt x="203522" y="61252"/>
                  <a:pt x="208173" y="57252"/>
                </a:cubicBezTo>
                <a:cubicBezTo>
                  <a:pt x="212824" y="53253"/>
                  <a:pt x="213382" y="46183"/>
                  <a:pt x="209383" y="41532"/>
                </a:cubicBezTo>
                <a:cubicBezTo>
                  <a:pt x="187570" y="16092"/>
                  <a:pt x="155200" y="0"/>
                  <a:pt x="119062" y="0"/>
                </a:cubicBezTo>
                <a:cubicBezTo>
                  <a:pt x="53299" y="0"/>
                  <a:pt x="0" y="53299"/>
                  <a:pt x="0" y="119062"/>
                </a:cubicBezTo>
                <a:lnTo>
                  <a:pt x="0" y="137666"/>
                </a:lnTo>
                <a:cubicBezTo>
                  <a:pt x="0" y="143852"/>
                  <a:pt x="4976" y="148828"/>
                  <a:pt x="11162" y="148828"/>
                </a:cubicBezTo>
                <a:cubicBezTo>
                  <a:pt x="17348" y="148828"/>
                  <a:pt x="22324" y="143852"/>
                  <a:pt x="22324" y="137666"/>
                </a:cubicBezTo>
                <a:lnTo>
                  <a:pt x="22324" y="119062"/>
                </a:lnTo>
                <a:close/>
                <a:moveTo>
                  <a:pt x="235567" y="94459"/>
                </a:moveTo>
                <a:cubicBezTo>
                  <a:pt x="234311" y="88413"/>
                  <a:pt x="228358" y="84553"/>
                  <a:pt x="222359" y="85855"/>
                </a:cubicBezTo>
                <a:cubicBezTo>
                  <a:pt x="216359" y="87157"/>
                  <a:pt x="212452" y="93064"/>
                  <a:pt x="213754" y="99064"/>
                </a:cubicBezTo>
                <a:cubicBezTo>
                  <a:pt x="215103" y="105528"/>
                  <a:pt x="215847" y="112226"/>
                  <a:pt x="215847" y="119109"/>
                </a:cubicBezTo>
                <a:lnTo>
                  <a:pt x="215847" y="137713"/>
                </a:lnTo>
                <a:cubicBezTo>
                  <a:pt x="215847" y="143898"/>
                  <a:pt x="220824" y="148875"/>
                  <a:pt x="227009" y="148875"/>
                </a:cubicBezTo>
                <a:cubicBezTo>
                  <a:pt x="233195" y="148875"/>
                  <a:pt x="238172" y="143898"/>
                  <a:pt x="238172" y="137713"/>
                </a:cubicBezTo>
                <a:lnTo>
                  <a:pt x="238172" y="119109"/>
                </a:lnTo>
                <a:cubicBezTo>
                  <a:pt x="238172" y="110691"/>
                  <a:pt x="237288" y="102459"/>
                  <a:pt x="235614" y="94506"/>
                </a:cubicBezTo>
                <a:close/>
                <a:moveTo>
                  <a:pt x="119062" y="37207"/>
                </a:moveTo>
                <a:cubicBezTo>
                  <a:pt x="110226" y="37207"/>
                  <a:pt x="101668" y="38602"/>
                  <a:pt x="93715" y="41207"/>
                </a:cubicBezTo>
                <a:cubicBezTo>
                  <a:pt x="86646" y="43532"/>
                  <a:pt x="85018" y="52229"/>
                  <a:pt x="89855" y="57903"/>
                </a:cubicBezTo>
                <a:cubicBezTo>
                  <a:pt x="93157" y="61764"/>
                  <a:pt x="98599" y="62926"/>
                  <a:pt x="103529" y="61578"/>
                </a:cubicBezTo>
                <a:cubicBezTo>
                  <a:pt x="108458" y="60229"/>
                  <a:pt x="113667" y="59531"/>
                  <a:pt x="119062" y="59531"/>
                </a:cubicBezTo>
                <a:cubicBezTo>
                  <a:pt x="151944" y="59531"/>
                  <a:pt x="178594" y="86181"/>
                  <a:pt x="178594" y="119062"/>
                </a:cubicBezTo>
                <a:lnTo>
                  <a:pt x="178594" y="130643"/>
                </a:lnTo>
                <a:cubicBezTo>
                  <a:pt x="178594" y="142363"/>
                  <a:pt x="177896" y="154037"/>
                  <a:pt x="176547" y="165664"/>
                </a:cubicBezTo>
                <a:cubicBezTo>
                  <a:pt x="175757" y="172455"/>
                  <a:pt x="180919" y="178594"/>
                  <a:pt x="187802" y="178594"/>
                </a:cubicBezTo>
                <a:cubicBezTo>
                  <a:pt x="193291" y="178594"/>
                  <a:pt x="197988" y="174594"/>
                  <a:pt x="198639" y="169152"/>
                </a:cubicBezTo>
                <a:cubicBezTo>
                  <a:pt x="200174" y="156409"/>
                  <a:pt x="200964" y="143573"/>
                  <a:pt x="200964" y="130690"/>
                </a:cubicBezTo>
                <a:lnTo>
                  <a:pt x="200964" y="119109"/>
                </a:lnTo>
                <a:cubicBezTo>
                  <a:pt x="200964" y="73902"/>
                  <a:pt x="164316" y="37254"/>
                  <a:pt x="119109" y="37254"/>
                </a:cubicBezTo>
                <a:close/>
                <a:moveTo>
                  <a:pt x="70089" y="69159"/>
                </a:moveTo>
                <a:cubicBezTo>
                  <a:pt x="65856" y="64229"/>
                  <a:pt x="58322" y="63857"/>
                  <a:pt x="54322" y="68973"/>
                </a:cubicBezTo>
                <a:cubicBezTo>
                  <a:pt x="43579" y="82832"/>
                  <a:pt x="37207" y="100180"/>
                  <a:pt x="37207" y="119062"/>
                </a:cubicBezTo>
                <a:lnTo>
                  <a:pt x="37207" y="130643"/>
                </a:lnTo>
                <a:cubicBezTo>
                  <a:pt x="37207" y="141898"/>
                  <a:pt x="35998" y="153153"/>
                  <a:pt x="33579" y="164083"/>
                </a:cubicBezTo>
                <a:cubicBezTo>
                  <a:pt x="31998" y="171338"/>
                  <a:pt x="37254" y="178547"/>
                  <a:pt x="44695" y="178547"/>
                </a:cubicBezTo>
                <a:cubicBezTo>
                  <a:pt x="49578" y="178547"/>
                  <a:pt x="53950" y="175292"/>
                  <a:pt x="55020" y="170501"/>
                </a:cubicBezTo>
                <a:cubicBezTo>
                  <a:pt x="57996" y="157432"/>
                  <a:pt x="59531" y="144084"/>
                  <a:pt x="59531" y="130597"/>
                </a:cubicBezTo>
                <a:lnTo>
                  <a:pt x="59531" y="119016"/>
                </a:lnTo>
                <a:cubicBezTo>
                  <a:pt x="59531" y="106366"/>
                  <a:pt x="63484" y="94645"/>
                  <a:pt x="70182" y="85018"/>
                </a:cubicBezTo>
                <a:cubicBezTo>
                  <a:pt x="73530" y="80181"/>
                  <a:pt x="73902" y="73577"/>
                  <a:pt x="70089" y="69112"/>
                </a:cubicBezTo>
                <a:close/>
                <a:moveTo>
                  <a:pt x="119062" y="74414"/>
                </a:moveTo>
                <a:cubicBezTo>
                  <a:pt x="94413" y="74414"/>
                  <a:pt x="74414" y="94413"/>
                  <a:pt x="74414" y="119062"/>
                </a:cubicBezTo>
                <a:lnTo>
                  <a:pt x="74414" y="130643"/>
                </a:lnTo>
                <a:cubicBezTo>
                  <a:pt x="74414" y="147340"/>
                  <a:pt x="72275" y="163897"/>
                  <a:pt x="67996" y="179989"/>
                </a:cubicBezTo>
                <a:cubicBezTo>
                  <a:pt x="66229" y="186640"/>
                  <a:pt x="71112" y="193477"/>
                  <a:pt x="77995" y="193477"/>
                </a:cubicBezTo>
                <a:cubicBezTo>
                  <a:pt x="82414" y="193477"/>
                  <a:pt x="86320" y="190593"/>
                  <a:pt x="87483" y="186314"/>
                </a:cubicBezTo>
                <a:cubicBezTo>
                  <a:pt x="92366" y="168176"/>
                  <a:pt x="94878" y="149479"/>
                  <a:pt x="94878" y="130643"/>
                </a:cubicBezTo>
                <a:lnTo>
                  <a:pt x="94878" y="119063"/>
                </a:lnTo>
                <a:cubicBezTo>
                  <a:pt x="94878" y="105714"/>
                  <a:pt x="105714" y="94878"/>
                  <a:pt x="119062" y="94878"/>
                </a:cubicBezTo>
                <a:cubicBezTo>
                  <a:pt x="132411" y="94878"/>
                  <a:pt x="143247" y="105714"/>
                  <a:pt x="143247" y="119063"/>
                </a:cubicBezTo>
                <a:lnTo>
                  <a:pt x="143247" y="130643"/>
                </a:lnTo>
                <a:cubicBezTo>
                  <a:pt x="143247" y="147526"/>
                  <a:pt x="141619" y="164316"/>
                  <a:pt x="138410" y="180826"/>
                </a:cubicBezTo>
                <a:cubicBezTo>
                  <a:pt x="137154" y="187291"/>
                  <a:pt x="141991" y="193477"/>
                  <a:pt x="148549" y="193477"/>
                </a:cubicBezTo>
                <a:cubicBezTo>
                  <a:pt x="153293" y="193477"/>
                  <a:pt x="157386" y="190221"/>
                  <a:pt x="158316" y="185570"/>
                </a:cubicBezTo>
                <a:cubicBezTo>
                  <a:pt x="161897" y="167525"/>
                  <a:pt x="163711" y="149154"/>
                  <a:pt x="163711" y="130643"/>
                </a:cubicBezTo>
                <a:lnTo>
                  <a:pt x="163711" y="119063"/>
                </a:lnTo>
                <a:cubicBezTo>
                  <a:pt x="163711" y="94413"/>
                  <a:pt x="143712" y="74414"/>
                  <a:pt x="119063" y="74414"/>
                </a:cubicBezTo>
                <a:close/>
                <a:moveTo>
                  <a:pt x="130225" y="119062"/>
                </a:moveTo>
                <a:cubicBezTo>
                  <a:pt x="130225" y="112877"/>
                  <a:pt x="125248" y="107900"/>
                  <a:pt x="119062" y="107900"/>
                </a:cubicBezTo>
                <a:cubicBezTo>
                  <a:pt x="112877" y="107900"/>
                  <a:pt x="107900" y="112877"/>
                  <a:pt x="107900" y="119062"/>
                </a:cubicBezTo>
                <a:lnTo>
                  <a:pt x="107900" y="130643"/>
                </a:lnTo>
                <a:cubicBezTo>
                  <a:pt x="107900" y="158502"/>
                  <a:pt x="102784" y="186128"/>
                  <a:pt x="92785" y="212127"/>
                </a:cubicBezTo>
                <a:lnTo>
                  <a:pt x="90041" y="219242"/>
                </a:lnTo>
                <a:cubicBezTo>
                  <a:pt x="87809" y="225010"/>
                  <a:pt x="90692" y="231474"/>
                  <a:pt x="96459" y="233660"/>
                </a:cubicBezTo>
                <a:cubicBezTo>
                  <a:pt x="102226" y="235846"/>
                  <a:pt x="108691" y="233009"/>
                  <a:pt x="110877" y="227242"/>
                </a:cubicBezTo>
                <a:lnTo>
                  <a:pt x="113621" y="220126"/>
                </a:lnTo>
                <a:cubicBezTo>
                  <a:pt x="124597" y="191570"/>
                  <a:pt x="130225" y="161246"/>
                  <a:pt x="130225" y="130643"/>
                </a:cubicBezTo>
                <a:lnTo>
                  <a:pt x="130225" y="119062"/>
                </a:lnTo>
                <a:close/>
              </a:path>
            </a:pathLst>
          </a:custGeom>
          <a:solidFill>
            <a:schemeClr val="accent4"/>
          </a:solidFill>
          <a:ln/>
        </p:spPr>
      </p:sp>
      <p:sp>
        <p:nvSpPr>
          <p:cNvPr id="9" name="Text 8">
            <a:extLst>
              <a:ext uri="{FF2B5EF4-FFF2-40B4-BE49-F238E27FC236}">
                <a16:creationId xmlns:a16="http://schemas.microsoft.com/office/drawing/2014/main" id="{056F5CD3-DB20-90DD-2547-D981738FCA69}"/>
              </a:ext>
            </a:extLst>
          </p:cNvPr>
          <p:cNvSpPr/>
          <p:nvPr/>
        </p:nvSpPr>
        <p:spPr>
          <a:xfrm>
            <a:off x="615950" y="2473326"/>
            <a:ext cx="2389188" cy="190500"/>
          </a:xfrm>
          <a:prstGeom prst="rect">
            <a:avLst/>
          </a:prstGeom>
          <a:noFill/>
          <a:ln/>
        </p:spPr>
        <p:txBody>
          <a:bodyPr wrap="square" lIns="0" tIns="0" rIns="0" bIns="0" rtlCol="0" anchor="ctr"/>
          <a:lstStyle/>
          <a:p>
            <a:pPr algn="ct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Touch Sensor</a:t>
            </a:r>
            <a:endParaRPr lang="en-US" sz="1600" dirty="0">
              <a:latin typeface="Times New Roman" panose="02020603050405020304" pitchFamily="18" charset="0"/>
              <a:cs typeface="Times New Roman" panose="02020603050405020304" pitchFamily="18" charset="0"/>
            </a:endParaRPr>
          </a:p>
        </p:txBody>
      </p:sp>
      <p:sp>
        <p:nvSpPr>
          <p:cNvPr id="10" name="Text 9">
            <a:extLst>
              <a:ext uri="{FF2B5EF4-FFF2-40B4-BE49-F238E27FC236}">
                <a16:creationId xmlns:a16="http://schemas.microsoft.com/office/drawing/2014/main" id="{8EAAD73E-079F-4F74-E01B-FFB2C589E153}"/>
              </a:ext>
            </a:extLst>
          </p:cNvPr>
          <p:cNvSpPr/>
          <p:nvPr/>
        </p:nvSpPr>
        <p:spPr>
          <a:xfrm>
            <a:off x="615950" y="2695576"/>
            <a:ext cx="2389188"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Acts as "Clock/Enter"</a:t>
            </a:r>
            <a:endParaRPr lang="en-US" sz="1600" dirty="0">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4194BFDA-23B1-3540-27CB-23255BB087B1}"/>
              </a:ext>
            </a:extLst>
          </p:cNvPr>
          <p:cNvSpPr/>
          <p:nvPr/>
        </p:nvSpPr>
        <p:spPr>
          <a:xfrm>
            <a:off x="615950" y="2917826"/>
            <a:ext cx="2389188" cy="190500"/>
          </a:xfrm>
          <a:prstGeom prst="rect">
            <a:avLst/>
          </a:prstGeom>
          <a:noFill/>
          <a:ln/>
        </p:spPr>
        <p:txBody>
          <a:bodyPr wrap="square" lIns="0" tIns="0" rIns="0" bIns="0" rtlCol="0" anchor="ctr"/>
          <a:lstStyle/>
          <a:p>
            <a:pPr algn="ctr">
              <a:lnSpc>
                <a:spcPct val="130000"/>
              </a:lnSpc>
            </a:pPr>
            <a:r>
              <a:rPr lang="en-US" sz="1000" b="1" dirty="0">
                <a:solidFill>
                  <a:schemeClr val="accent4"/>
                </a:solidFill>
                <a:latin typeface="Times New Roman" panose="02020603050405020304" pitchFamily="18" charset="0"/>
                <a:ea typeface="Sorts Mill Goudy" pitchFamily="34" charset="-122"/>
                <a:cs typeface="Times New Roman" panose="02020603050405020304" pitchFamily="18" charset="0"/>
              </a:rPr>
              <a:t>TTP223 Module</a:t>
            </a:r>
            <a:endParaRPr lang="en-US" sz="1600" dirty="0">
              <a:solidFill>
                <a:schemeClr val="accent4"/>
              </a:solidFill>
              <a:latin typeface="Times New Roman" panose="02020603050405020304" pitchFamily="18" charset="0"/>
              <a:cs typeface="Times New Roman" panose="02020603050405020304" pitchFamily="18" charset="0"/>
            </a:endParaRPr>
          </a:p>
        </p:txBody>
      </p:sp>
      <p:sp>
        <p:nvSpPr>
          <p:cNvPr id="12" name="Shape 11">
            <a:extLst>
              <a:ext uri="{FF2B5EF4-FFF2-40B4-BE49-F238E27FC236}">
                <a16:creationId xmlns:a16="http://schemas.microsoft.com/office/drawing/2014/main" id="{FE7CDF47-F0EE-D21C-3A9B-B77784C5A0F3}"/>
              </a:ext>
            </a:extLst>
          </p:cNvPr>
          <p:cNvSpPr/>
          <p:nvPr/>
        </p:nvSpPr>
        <p:spPr>
          <a:xfrm>
            <a:off x="3244850" y="2038350"/>
            <a:ext cx="2592388" cy="1203325"/>
          </a:xfrm>
          <a:custGeom>
            <a:avLst/>
            <a:gdLst/>
            <a:ahLst/>
            <a:cxnLst/>
            <a:rect l="l" t="t" r="r" b="b"/>
            <a:pathLst>
              <a:path w="2592388" h="1203325">
                <a:moveTo>
                  <a:pt x="0" y="0"/>
                </a:moveTo>
                <a:lnTo>
                  <a:pt x="2592388" y="0"/>
                </a:lnTo>
                <a:lnTo>
                  <a:pt x="2592388" y="1203325"/>
                </a:lnTo>
                <a:lnTo>
                  <a:pt x="0" y="1203325"/>
                </a:lnTo>
                <a:lnTo>
                  <a:pt x="0" y="0"/>
                </a:lnTo>
                <a:close/>
              </a:path>
            </a:pathLst>
          </a:custGeom>
          <a:solidFill>
            <a:srgbClr val="FFFFFF"/>
          </a:solidFill>
          <a:ln w="20320">
            <a:solidFill>
              <a:schemeClr val="accent4">
                <a:lumMod val="20000"/>
                <a:lumOff val="80000"/>
              </a:schemeClr>
            </a:solidFill>
            <a:prstDash val="dash"/>
          </a:ln>
        </p:spPr>
      </p:sp>
      <p:sp>
        <p:nvSpPr>
          <p:cNvPr id="13" name="Shape 12">
            <a:extLst>
              <a:ext uri="{FF2B5EF4-FFF2-40B4-BE49-F238E27FC236}">
                <a16:creationId xmlns:a16="http://schemas.microsoft.com/office/drawing/2014/main" id="{6482B8DA-054E-FEC8-B30C-82DF8249810E}"/>
              </a:ext>
            </a:extLst>
          </p:cNvPr>
          <p:cNvSpPr/>
          <p:nvPr/>
        </p:nvSpPr>
        <p:spPr>
          <a:xfrm>
            <a:off x="4452938" y="2171701"/>
            <a:ext cx="178594" cy="238125"/>
          </a:xfrm>
          <a:custGeom>
            <a:avLst/>
            <a:gdLst/>
            <a:ahLst/>
            <a:cxnLst/>
            <a:rect l="l" t="t" r="r" b="b"/>
            <a:pathLst>
              <a:path w="178594" h="238125">
                <a:moveTo>
                  <a:pt x="14883" y="14883"/>
                </a:moveTo>
                <a:cubicBezTo>
                  <a:pt x="14883" y="6651"/>
                  <a:pt x="21534" y="0"/>
                  <a:pt x="29766" y="0"/>
                </a:cubicBezTo>
                <a:cubicBezTo>
                  <a:pt x="37998" y="0"/>
                  <a:pt x="44648" y="6651"/>
                  <a:pt x="44648" y="14883"/>
                </a:cubicBezTo>
                <a:lnTo>
                  <a:pt x="44648" y="111621"/>
                </a:lnTo>
                <a:lnTo>
                  <a:pt x="14883" y="111621"/>
                </a:lnTo>
                <a:lnTo>
                  <a:pt x="14883" y="14883"/>
                </a:lnTo>
                <a:close/>
                <a:moveTo>
                  <a:pt x="104180" y="89297"/>
                </a:moveTo>
                <a:cubicBezTo>
                  <a:pt x="104180" y="81065"/>
                  <a:pt x="110830" y="74414"/>
                  <a:pt x="119062" y="74414"/>
                </a:cubicBezTo>
                <a:cubicBezTo>
                  <a:pt x="127295" y="74414"/>
                  <a:pt x="133945" y="81065"/>
                  <a:pt x="133945" y="89297"/>
                </a:cubicBezTo>
                <a:lnTo>
                  <a:pt x="133945" y="119062"/>
                </a:lnTo>
                <a:cubicBezTo>
                  <a:pt x="133945" y="127295"/>
                  <a:pt x="127295" y="133945"/>
                  <a:pt x="119062" y="133945"/>
                </a:cubicBezTo>
                <a:cubicBezTo>
                  <a:pt x="110830" y="133945"/>
                  <a:pt x="104180" y="127295"/>
                  <a:pt x="104180" y="119062"/>
                </a:cubicBezTo>
                <a:lnTo>
                  <a:pt x="104180" y="89297"/>
                </a:lnTo>
                <a:close/>
                <a:moveTo>
                  <a:pt x="74414" y="59531"/>
                </a:moveTo>
                <a:cubicBezTo>
                  <a:pt x="82646" y="59531"/>
                  <a:pt x="89297" y="66182"/>
                  <a:pt x="89297" y="74414"/>
                </a:cubicBezTo>
                <a:lnTo>
                  <a:pt x="89297" y="96738"/>
                </a:lnTo>
                <a:cubicBezTo>
                  <a:pt x="89297" y="104970"/>
                  <a:pt x="82646" y="111621"/>
                  <a:pt x="74414" y="111621"/>
                </a:cubicBezTo>
                <a:cubicBezTo>
                  <a:pt x="66182" y="111621"/>
                  <a:pt x="59531" y="104970"/>
                  <a:pt x="59531" y="96738"/>
                </a:cubicBezTo>
                <a:lnTo>
                  <a:pt x="59531" y="74414"/>
                </a:lnTo>
                <a:cubicBezTo>
                  <a:pt x="59531" y="66182"/>
                  <a:pt x="66182" y="59531"/>
                  <a:pt x="74414" y="59531"/>
                </a:cubicBezTo>
                <a:close/>
                <a:moveTo>
                  <a:pt x="148828" y="104180"/>
                </a:moveTo>
                <a:cubicBezTo>
                  <a:pt x="148828" y="95948"/>
                  <a:pt x="155479" y="89297"/>
                  <a:pt x="163711" y="89297"/>
                </a:cubicBezTo>
                <a:cubicBezTo>
                  <a:pt x="171943" y="89297"/>
                  <a:pt x="178594" y="95948"/>
                  <a:pt x="178594" y="104180"/>
                </a:cubicBezTo>
                <a:lnTo>
                  <a:pt x="178594" y="133945"/>
                </a:lnTo>
                <a:cubicBezTo>
                  <a:pt x="178594" y="142177"/>
                  <a:pt x="171943" y="148828"/>
                  <a:pt x="163711" y="148828"/>
                </a:cubicBezTo>
                <a:cubicBezTo>
                  <a:pt x="155479" y="148828"/>
                  <a:pt x="148828" y="142177"/>
                  <a:pt x="148828" y="133945"/>
                </a:cubicBezTo>
                <a:lnTo>
                  <a:pt x="148828" y="104180"/>
                </a:lnTo>
                <a:close/>
                <a:moveTo>
                  <a:pt x="104180" y="145107"/>
                </a:moveTo>
                <a:lnTo>
                  <a:pt x="104180" y="144828"/>
                </a:lnTo>
                <a:cubicBezTo>
                  <a:pt x="108552" y="147340"/>
                  <a:pt x="113621" y="148828"/>
                  <a:pt x="119062" y="148828"/>
                </a:cubicBezTo>
                <a:cubicBezTo>
                  <a:pt x="125202" y="148828"/>
                  <a:pt x="130876" y="146968"/>
                  <a:pt x="135620" y="143805"/>
                </a:cubicBezTo>
                <a:cubicBezTo>
                  <a:pt x="139666" y="155386"/>
                  <a:pt x="150735" y="163711"/>
                  <a:pt x="163711" y="163711"/>
                </a:cubicBezTo>
                <a:cubicBezTo>
                  <a:pt x="169152" y="163711"/>
                  <a:pt x="174222" y="162269"/>
                  <a:pt x="178594" y="159711"/>
                </a:cubicBezTo>
                <a:lnTo>
                  <a:pt x="178594" y="163711"/>
                </a:lnTo>
                <a:cubicBezTo>
                  <a:pt x="178594" y="204825"/>
                  <a:pt x="145293" y="238125"/>
                  <a:pt x="104180" y="238125"/>
                </a:cubicBezTo>
                <a:lnTo>
                  <a:pt x="75484" y="238125"/>
                </a:lnTo>
                <a:cubicBezTo>
                  <a:pt x="55764" y="238125"/>
                  <a:pt x="36835" y="230265"/>
                  <a:pt x="22882" y="216312"/>
                </a:cubicBezTo>
                <a:lnTo>
                  <a:pt x="17441" y="210917"/>
                </a:lnTo>
                <a:cubicBezTo>
                  <a:pt x="6279" y="199755"/>
                  <a:pt x="0" y="184593"/>
                  <a:pt x="0" y="168827"/>
                </a:cubicBezTo>
                <a:lnTo>
                  <a:pt x="0" y="156270"/>
                </a:lnTo>
                <a:cubicBezTo>
                  <a:pt x="0" y="139852"/>
                  <a:pt x="13348" y="126504"/>
                  <a:pt x="29766" y="126504"/>
                </a:cubicBezTo>
                <a:lnTo>
                  <a:pt x="70693" y="126504"/>
                </a:lnTo>
                <a:cubicBezTo>
                  <a:pt x="80972" y="126504"/>
                  <a:pt x="89297" y="134829"/>
                  <a:pt x="89297" y="145107"/>
                </a:cubicBezTo>
                <a:cubicBezTo>
                  <a:pt x="89297" y="155386"/>
                  <a:pt x="80972" y="163711"/>
                  <a:pt x="70693" y="163711"/>
                </a:cubicBezTo>
                <a:lnTo>
                  <a:pt x="44648" y="163711"/>
                </a:lnTo>
                <a:cubicBezTo>
                  <a:pt x="40556" y="163711"/>
                  <a:pt x="37207" y="167060"/>
                  <a:pt x="37207" y="171152"/>
                </a:cubicBezTo>
                <a:cubicBezTo>
                  <a:pt x="37207" y="175245"/>
                  <a:pt x="40556" y="178594"/>
                  <a:pt x="44648" y="178594"/>
                </a:cubicBezTo>
                <a:lnTo>
                  <a:pt x="70693" y="178594"/>
                </a:lnTo>
                <a:cubicBezTo>
                  <a:pt x="89204" y="178594"/>
                  <a:pt x="104180" y="163618"/>
                  <a:pt x="104180" y="145107"/>
                </a:cubicBezTo>
                <a:close/>
              </a:path>
            </a:pathLst>
          </a:custGeom>
          <a:solidFill>
            <a:schemeClr val="accent4"/>
          </a:solidFill>
          <a:ln/>
        </p:spPr>
      </p:sp>
      <p:sp>
        <p:nvSpPr>
          <p:cNvPr id="14" name="Text 13">
            <a:extLst>
              <a:ext uri="{FF2B5EF4-FFF2-40B4-BE49-F238E27FC236}">
                <a16:creationId xmlns:a16="http://schemas.microsoft.com/office/drawing/2014/main" id="{1B4A9CE1-7D1E-B04B-B6B9-D311D0CB396B}"/>
              </a:ext>
            </a:extLst>
          </p:cNvPr>
          <p:cNvSpPr/>
          <p:nvPr/>
        </p:nvSpPr>
        <p:spPr>
          <a:xfrm>
            <a:off x="3346450" y="2473326"/>
            <a:ext cx="2389188" cy="190500"/>
          </a:xfrm>
          <a:prstGeom prst="rect">
            <a:avLst/>
          </a:prstGeom>
          <a:noFill/>
          <a:ln/>
        </p:spPr>
        <p:txBody>
          <a:bodyPr wrap="square" lIns="0" tIns="0" rIns="0" bIns="0" rtlCol="0" anchor="ctr"/>
          <a:lstStyle/>
          <a:p>
            <a:pPr algn="ct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Pushbutton</a:t>
            </a:r>
            <a:endParaRPr lang="en-US" sz="1600" dirty="0">
              <a:latin typeface="Times New Roman" panose="02020603050405020304" pitchFamily="18" charset="0"/>
              <a:cs typeface="Times New Roman" panose="02020603050405020304" pitchFamily="18" charset="0"/>
            </a:endParaRPr>
          </a:p>
        </p:txBody>
      </p:sp>
      <p:sp>
        <p:nvSpPr>
          <p:cNvPr id="15" name="Text 14">
            <a:extLst>
              <a:ext uri="{FF2B5EF4-FFF2-40B4-BE49-F238E27FC236}">
                <a16:creationId xmlns:a16="http://schemas.microsoft.com/office/drawing/2014/main" id="{126E25A9-804A-4BFA-932F-0EBB9406D480}"/>
              </a:ext>
            </a:extLst>
          </p:cNvPr>
          <p:cNvSpPr/>
          <p:nvPr/>
        </p:nvSpPr>
        <p:spPr>
          <a:xfrm>
            <a:off x="3346450" y="2695576"/>
            <a:ext cx="2389188"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Acts as "Data Bit"</a:t>
            </a:r>
            <a:endParaRPr lang="en-US" sz="1600" dirty="0">
              <a:latin typeface="Times New Roman" panose="02020603050405020304" pitchFamily="18" charset="0"/>
              <a:cs typeface="Times New Roman" panose="02020603050405020304" pitchFamily="18" charset="0"/>
            </a:endParaRPr>
          </a:p>
        </p:txBody>
      </p:sp>
      <p:sp>
        <p:nvSpPr>
          <p:cNvPr id="16" name="Text 15">
            <a:extLst>
              <a:ext uri="{FF2B5EF4-FFF2-40B4-BE49-F238E27FC236}">
                <a16:creationId xmlns:a16="http://schemas.microsoft.com/office/drawing/2014/main" id="{D03C3525-90F7-EE65-0E2A-0CC6D7685776}"/>
              </a:ext>
            </a:extLst>
          </p:cNvPr>
          <p:cNvSpPr/>
          <p:nvPr/>
        </p:nvSpPr>
        <p:spPr>
          <a:xfrm>
            <a:off x="3346450" y="2917826"/>
            <a:ext cx="2389188" cy="190500"/>
          </a:xfrm>
          <a:prstGeom prst="rect">
            <a:avLst/>
          </a:prstGeom>
          <a:noFill/>
          <a:ln/>
        </p:spPr>
        <p:txBody>
          <a:bodyPr wrap="square" lIns="0" tIns="0" rIns="0" bIns="0" rtlCol="0" anchor="ctr"/>
          <a:lstStyle/>
          <a:p>
            <a:pPr algn="ctr">
              <a:lnSpc>
                <a:spcPct val="130000"/>
              </a:lnSpc>
            </a:pPr>
            <a:r>
              <a:rPr lang="en-US" sz="1000" b="1" dirty="0">
                <a:solidFill>
                  <a:schemeClr val="accent4"/>
                </a:solidFill>
                <a:latin typeface="Times New Roman" panose="02020603050405020304" pitchFamily="18" charset="0"/>
                <a:ea typeface="Sorts Mill Goudy" pitchFamily="34" charset="-122"/>
                <a:cs typeface="Times New Roman" panose="02020603050405020304" pitchFamily="18" charset="0"/>
              </a:rPr>
              <a:t>INPUT_PULLUP Mode</a:t>
            </a:r>
            <a:endParaRPr lang="en-US" sz="1600" dirty="0">
              <a:solidFill>
                <a:schemeClr val="accent4"/>
              </a:solidFill>
              <a:latin typeface="Times New Roman" panose="02020603050405020304" pitchFamily="18" charset="0"/>
              <a:cs typeface="Times New Roman" panose="02020603050405020304" pitchFamily="18" charset="0"/>
            </a:endParaRPr>
          </a:p>
        </p:txBody>
      </p:sp>
      <p:sp>
        <p:nvSpPr>
          <p:cNvPr id="17" name="Shape 16">
            <a:extLst>
              <a:ext uri="{FF2B5EF4-FFF2-40B4-BE49-F238E27FC236}">
                <a16:creationId xmlns:a16="http://schemas.microsoft.com/office/drawing/2014/main" id="{2BDA1B54-1346-804A-CC39-72147EE4CD37}"/>
              </a:ext>
            </a:extLst>
          </p:cNvPr>
          <p:cNvSpPr/>
          <p:nvPr/>
        </p:nvSpPr>
        <p:spPr>
          <a:xfrm>
            <a:off x="333375" y="3533777"/>
            <a:ext cx="5667375" cy="1897063"/>
          </a:xfrm>
          <a:custGeom>
            <a:avLst/>
            <a:gdLst/>
            <a:ahLst/>
            <a:cxnLst/>
            <a:rect l="l" t="t" r="r" b="b"/>
            <a:pathLst>
              <a:path w="5667375" h="1897063">
                <a:moveTo>
                  <a:pt x="0" y="0"/>
                </a:moveTo>
                <a:lnTo>
                  <a:pt x="5667375" y="0"/>
                </a:lnTo>
                <a:lnTo>
                  <a:pt x="5667375" y="1897063"/>
                </a:lnTo>
                <a:lnTo>
                  <a:pt x="0" y="1897063"/>
                </a:lnTo>
                <a:lnTo>
                  <a:pt x="0" y="0"/>
                </a:lnTo>
                <a:close/>
              </a:path>
            </a:pathLst>
          </a:custGeom>
          <a:solidFill>
            <a:srgbClr val="F9FAFB"/>
          </a:solidFill>
          <a:ln/>
        </p:spPr>
      </p:sp>
      <p:sp>
        <p:nvSpPr>
          <p:cNvPr id="18" name="Shape 17">
            <a:extLst>
              <a:ext uri="{FF2B5EF4-FFF2-40B4-BE49-F238E27FC236}">
                <a16:creationId xmlns:a16="http://schemas.microsoft.com/office/drawing/2014/main" id="{45CC6C76-80BD-D9D4-2223-2B608344CF09}"/>
              </a:ext>
            </a:extLst>
          </p:cNvPr>
          <p:cNvSpPr/>
          <p:nvPr/>
        </p:nvSpPr>
        <p:spPr>
          <a:xfrm>
            <a:off x="333375" y="3533777"/>
            <a:ext cx="31750" cy="1897063"/>
          </a:xfrm>
          <a:custGeom>
            <a:avLst/>
            <a:gdLst/>
            <a:ahLst/>
            <a:cxnLst/>
            <a:rect l="l" t="t" r="r" b="b"/>
            <a:pathLst>
              <a:path w="31750" h="1897063">
                <a:moveTo>
                  <a:pt x="0" y="0"/>
                </a:moveTo>
                <a:lnTo>
                  <a:pt x="31750" y="0"/>
                </a:lnTo>
                <a:lnTo>
                  <a:pt x="31750" y="1897063"/>
                </a:lnTo>
                <a:lnTo>
                  <a:pt x="0" y="1897063"/>
                </a:lnTo>
                <a:lnTo>
                  <a:pt x="0" y="0"/>
                </a:lnTo>
                <a:close/>
              </a:path>
            </a:pathLst>
          </a:custGeom>
          <a:solidFill>
            <a:srgbClr val="7030A0"/>
          </a:solidFill>
          <a:ln/>
        </p:spPr>
      </p:sp>
      <p:sp>
        <p:nvSpPr>
          <p:cNvPr id="19" name="Text 18">
            <a:extLst>
              <a:ext uri="{FF2B5EF4-FFF2-40B4-BE49-F238E27FC236}">
                <a16:creationId xmlns:a16="http://schemas.microsoft.com/office/drawing/2014/main" id="{0809DD50-83A0-829D-C089-E375F15CE276}"/>
              </a:ext>
            </a:extLst>
          </p:cNvPr>
          <p:cNvSpPr/>
          <p:nvPr/>
        </p:nvSpPr>
        <p:spPr>
          <a:xfrm>
            <a:off x="508000" y="3692527"/>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Data Entry Protocol</a:t>
            </a:r>
            <a:endParaRPr lang="en-US" sz="1600" dirty="0">
              <a:latin typeface="Times New Roman" panose="02020603050405020304" pitchFamily="18" charset="0"/>
              <a:cs typeface="Times New Roman" panose="02020603050405020304" pitchFamily="18" charset="0"/>
            </a:endParaRPr>
          </a:p>
        </p:txBody>
      </p:sp>
      <p:sp>
        <p:nvSpPr>
          <p:cNvPr id="20" name="Shape 19">
            <a:extLst>
              <a:ext uri="{FF2B5EF4-FFF2-40B4-BE49-F238E27FC236}">
                <a16:creationId xmlns:a16="http://schemas.microsoft.com/office/drawing/2014/main" id="{2AE5BD31-29D9-540D-47E6-BB4F03738FBF}"/>
              </a:ext>
            </a:extLst>
          </p:cNvPr>
          <p:cNvSpPr/>
          <p:nvPr/>
        </p:nvSpPr>
        <p:spPr>
          <a:xfrm>
            <a:off x="511175" y="4013202"/>
            <a:ext cx="5324475" cy="577850"/>
          </a:xfrm>
          <a:custGeom>
            <a:avLst/>
            <a:gdLst/>
            <a:ahLst/>
            <a:cxnLst/>
            <a:rect l="l" t="t" r="r" b="b"/>
            <a:pathLst>
              <a:path w="5324475" h="577850">
                <a:moveTo>
                  <a:pt x="0" y="0"/>
                </a:moveTo>
                <a:lnTo>
                  <a:pt x="5324475" y="0"/>
                </a:lnTo>
                <a:lnTo>
                  <a:pt x="5324475" y="577850"/>
                </a:lnTo>
                <a:lnTo>
                  <a:pt x="0" y="577850"/>
                </a:lnTo>
                <a:lnTo>
                  <a:pt x="0" y="0"/>
                </a:lnTo>
                <a:close/>
              </a:path>
            </a:pathLst>
          </a:custGeom>
          <a:solidFill>
            <a:srgbClr val="FFFFFF"/>
          </a:solidFill>
          <a:ln w="10160">
            <a:solidFill>
              <a:srgbClr val="D1D5DC"/>
            </a:solidFill>
            <a:prstDash val="solid"/>
          </a:ln>
        </p:spPr>
      </p:sp>
      <p:sp>
        <p:nvSpPr>
          <p:cNvPr id="21" name="Shape 20">
            <a:extLst>
              <a:ext uri="{FF2B5EF4-FFF2-40B4-BE49-F238E27FC236}">
                <a16:creationId xmlns:a16="http://schemas.microsoft.com/office/drawing/2014/main" id="{79909D16-4FA1-9F81-5D9A-743EED758C0B}"/>
              </a:ext>
            </a:extLst>
          </p:cNvPr>
          <p:cNvSpPr/>
          <p:nvPr/>
        </p:nvSpPr>
        <p:spPr>
          <a:xfrm>
            <a:off x="609600" y="4111625"/>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7030A0"/>
          </a:solidFill>
          <a:ln/>
        </p:spPr>
      </p:sp>
      <p:sp>
        <p:nvSpPr>
          <p:cNvPr id="22" name="Text 21">
            <a:extLst>
              <a:ext uri="{FF2B5EF4-FFF2-40B4-BE49-F238E27FC236}">
                <a16:creationId xmlns:a16="http://schemas.microsoft.com/office/drawing/2014/main" id="{EBF33522-39D6-A58C-92AB-79C6E0C5EEDF}"/>
              </a:ext>
            </a:extLst>
          </p:cNvPr>
          <p:cNvSpPr/>
          <p:nvPr/>
        </p:nvSpPr>
        <p:spPr>
          <a:xfrm>
            <a:off x="569913" y="4111625"/>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Times New Roman" panose="02020603050405020304" pitchFamily="18" charset="0"/>
                <a:ea typeface="Sorts Mill Goudy"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23" name="Text 22">
            <a:extLst>
              <a:ext uri="{FF2B5EF4-FFF2-40B4-BE49-F238E27FC236}">
                <a16:creationId xmlns:a16="http://schemas.microsoft.com/office/drawing/2014/main" id="{7326B021-A218-4D0E-56B7-499A92E6A5D3}"/>
              </a:ext>
            </a:extLst>
          </p:cNvPr>
          <p:cNvSpPr/>
          <p:nvPr/>
        </p:nvSpPr>
        <p:spPr>
          <a:xfrm>
            <a:off x="1117600" y="4111625"/>
            <a:ext cx="219075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Bit Value '1'</a:t>
            </a:r>
            <a:endParaRPr lang="en-US" sz="1600" dirty="0">
              <a:latin typeface="Times New Roman" panose="02020603050405020304" pitchFamily="18" charset="0"/>
              <a:cs typeface="Times New Roman" panose="02020603050405020304" pitchFamily="18" charset="0"/>
            </a:endParaRPr>
          </a:p>
        </p:txBody>
      </p:sp>
      <p:sp>
        <p:nvSpPr>
          <p:cNvPr id="24" name="Text 23">
            <a:extLst>
              <a:ext uri="{FF2B5EF4-FFF2-40B4-BE49-F238E27FC236}">
                <a16:creationId xmlns:a16="http://schemas.microsoft.com/office/drawing/2014/main" id="{CF9AB8B2-3688-FAE4-7AC2-239CC7FE6BAD}"/>
              </a:ext>
            </a:extLst>
          </p:cNvPr>
          <p:cNvSpPr/>
          <p:nvPr/>
        </p:nvSpPr>
        <p:spPr>
          <a:xfrm>
            <a:off x="1117600" y="4302125"/>
            <a:ext cx="2190750"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Button press </a:t>
            </a:r>
            <a:r>
              <a:rPr lang="en-US" sz="1000" b="1" dirty="0">
                <a:solidFill>
                  <a:srgbClr val="6B7280"/>
                </a:solidFill>
                <a:latin typeface="Times New Roman" panose="02020603050405020304" pitchFamily="18" charset="0"/>
                <a:ea typeface="Sorts Mill Goudy" pitchFamily="34" charset="-122"/>
                <a:cs typeface="Times New Roman" panose="02020603050405020304" pitchFamily="18" charset="0"/>
              </a:rPr>
              <a:t>+</a:t>
            </a: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 Touch sensor activation</a:t>
            </a:r>
            <a:endParaRPr lang="en-US" sz="1600" dirty="0">
              <a:latin typeface="Times New Roman" panose="02020603050405020304" pitchFamily="18" charset="0"/>
              <a:cs typeface="Times New Roman" panose="02020603050405020304" pitchFamily="18" charset="0"/>
            </a:endParaRPr>
          </a:p>
        </p:txBody>
      </p:sp>
      <p:sp>
        <p:nvSpPr>
          <p:cNvPr id="25" name="Shape 24">
            <a:extLst>
              <a:ext uri="{FF2B5EF4-FFF2-40B4-BE49-F238E27FC236}">
                <a16:creationId xmlns:a16="http://schemas.microsoft.com/office/drawing/2014/main" id="{7FCDB5DA-9166-F144-2E3C-EE02B6CF92B3}"/>
              </a:ext>
            </a:extLst>
          </p:cNvPr>
          <p:cNvSpPr/>
          <p:nvPr/>
        </p:nvSpPr>
        <p:spPr>
          <a:xfrm>
            <a:off x="511175" y="4692652"/>
            <a:ext cx="5324475" cy="577850"/>
          </a:xfrm>
          <a:custGeom>
            <a:avLst/>
            <a:gdLst/>
            <a:ahLst/>
            <a:cxnLst/>
            <a:rect l="l" t="t" r="r" b="b"/>
            <a:pathLst>
              <a:path w="5324475" h="577850">
                <a:moveTo>
                  <a:pt x="0" y="0"/>
                </a:moveTo>
                <a:lnTo>
                  <a:pt x="5324475" y="0"/>
                </a:lnTo>
                <a:lnTo>
                  <a:pt x="5324475" y="577850"/>
                </a:lnTo>
                <a:lnTo>
                  <a:pt x="0" y="577850"/>
                </a:lnTo>
                <a:lnTo>
                  <a:pt x="0" y="0"/>
                </a:lnTo>
                <a:close/>
              </a:path>
            </a:pathLst>
          </a:custGeom>
          <a:solidFill>
            <a:srgbClr val="FFFFFF"/>
          </a:solidFill>
          <a:ln w="10160">
            <a:solidFill>
              <a:srgbClr val="D1D5DC"/>
            </a:solidFill>
            <a:prstDash val="solid"/>
          </a:ln>
        </p:spPr>
      </p:sp>
      <p:sp>
        <p:nvSpPr>
          <p:cNvPr id="26" name="Shape 25">
            <a:extLst>
              <a:ext uri="{FF2B5EF4-FFF2-40B4-BE49-F238E27FC236}">
                <a16:creationId xmlns:a16="http://schemas.microsoft.com/office/drawing/2014/main" id="{6CA8E934-2010-BB17-9AAD-79B5D788F8C8}"/>
              </a:ext>
            </a:extLst>
          </p:cNvPr>
          <p:cNvSpPr/>
          <p:nvPr/>
        </p:nvSpPr>
        <p:spPr>
          <a:xfrm>
            <a:off x="609600" y="4791076"/>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BB9AC0"/>
          </a:solidFill>
          <a:ln/>
        </p:spPr>
      </p:sp>
      <p:sp>
        <p:nvSpPr>
          <p:cNvPr id="27" name="Text 26">
            <a:extLst>
              <a:ext uri="{FF2B5EF4-FFF2-40B4-BE49-F238E27FC236}">
                <a16:creationId xmlns:a16="http://schemas.microsoft.com/office/drawing/2014/main" id="{EAFF075D-0B9B-A32F-77DC-FBCA7274CE35}"/>
              </a:ext>
            </a:extLst>
          </p:cNvPr>
          <p:cNvSpPr/>
          <p:nvPr/>
        </p:nvSpPr>
        <p:spPr>
          <a:xfrm>
            <a:off x="569913" y="4791076"/>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Times New Roman" panose="02020603050405020304" pitchFamily="18" charset="0"/>
                <a:ea typeface="Sorts Mill Goudy" pitchFamily="34" charset="-122"/>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p:txBody>
      </p:sp>
      <p:sp>
        <p:nvSpPr>
          <p:cNvPr id="28" name="Text 27">
            <a:extLst>
              <a:ext uri="{FF2B5EF4-FFF2-40B4-BE49-F238E27FC236}">
                <a16:creationId xmlns:a16="http://schemas.microsoft.com/office/drawing/2014/main" id="{029114D5-9375-C0E6-CAEC-1043E3665704}"/>
              </a:ext>
            </a:extLst>
          </p:cNvPr>
          <p:cNvSpPr/>
          <p:nvPr/>
        </p:nvSpPr>
        <p:spPr>
          <a:xfrm>
            <a:off x="1117600" y="4791076"/>
            <a:ext cx="2032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Bit Value '0'</a:t>
            </a:r>
            <a:endParaRPr lang="en-US" sz="1600" dirty="0">
              <a:latin typeface="Times New Roman" panose="02020603050405020304" pitchFamily="18" charset="0"/>
              <a:cs typeface="Times New Roman" panose="02020603050405020304" pitchFamily="18" charset="0"/>
            </a:endParaRPr>
          </a:p>
        </p:txBody>
      </p:sp>
      <p:sp>
        <p:nvSpPr>
          <p:cNvPr id="29" name="Text 28">
            <a:extLst>
              <a:ext uri="{FF2B5EF4-FFF2-40B4-BE49-F238E27FC236}">
                <a16:creationId xmlns:a16="http://schemas.microsoft.com/office/drawing/2014/main" id="{F5416349-2CF7-9AE5-44F5-7F652AA8995A}"/>
              </a:ext>
            </a:extLst>
          </p:cNvPr>
          <p:cNvSpPr/>
          <p:nvPr/>
        </p:nvSpPr>
        <p:spPr>
          <a:xfrm>
            <a:off x="1117600" y="4981576"/>
            <a:ext cx="2032000"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Touch sensor only </a:t>
            </a:r>
            <a:r>
              <a:rPr lang="en-US" sz="1000" b="1" dirty="0">
                <a:solidFill>
                  <a:srgbClr val="6B7280"/>
                </a:solidFill>
                <a:latin typeface="Times New Roman" panose="02020603050405020304" pitchFamily="18" charset="0"/>
                <a:ea typeface="Sorts Mill Goudy" pitchFamily="34" charset="-122"/>
                <a:cs typeface="Times New Roman" panose="02020603050405020304" pitchFamily="18" charset="0"/>
              </a:rPr>
              <a:t>(no button press)</a:t>
            </a:r>
            <a:endParaRPr lang="en-US" sz="1600" dirty="0">
              <a:latin typeface="Times New Roman" panose="02020603050405020304" pitchFamily="18" charset="0"/>
              <a:cs typeface="Times New Roman" panose="02020603050405020304" pitchFamily="18" charset="0"/>
            </a:endParaRPr>
          </a:p>
        </p:txBody>
      </p:sp>
      <p:sp>
        <p:nvSpPr>
          <p:cNvPr id="30" name="Shape 29">
            <a:extLst>
              <a:ext uri="{FF2B5EF4-FFF2-40B4-BE49-F238E27FC236}">
                <a16:creationId xmlns:a16="http://schemas.microsoft.com/office/drawing/2014/main" id="{33505BCB-3C75-0B53-1B06-558DB545F0AD}"/>
              </a:ext>
            </a:extLst>
          </p:cNvPr>
          <p:cNvSpPr/>
          <p:nvPr/>
        </p:nvSpPr>
        <p:spPr>
          <a:xfrm>
            <a:off x="6207125" y="1016000"/>
            <a:ext cx="5667375" cy="2460625"/>
          </a:xfrm>
          <a:custGeom>
            <a:avLst/>
            <a:gdLst/>
            <a:ahLst/>
            <a:cxnLst/>
            <a:rect l="l" t="t" r="r" b="b"/>
            <a:pathLst>
              <a:path w="5667375" h="2460625">
                <a:moveTo>
                  <a:pt x="0" y="0"/>
                </a:moveTo>
                <a:lnTo>
                  <a:pt x="5667375" y="0"/>
                </a:lnTo>
                <a:lnTo>
                  <a:pt x="5667375" y="2460625"/>
                </a:lnTo>
                <a:lnTo>
                  <a:pt x="0" y="2460625"/>
                </a:lnTo>
                <a:lnTo>
                  <a:pt x="0" y="0"/>
                </a:lnTo>
                <a:close/>
              </a:path>
            </a:pathLst>
          </a:custGeom>
          <a:solidFill>
            <a:srgbClr val="F9FAFB"/>
          </a:solidFill>
          <a:ln/>
        </p:spPr>
      </p:sp>
      <p:sp>
        <p:nvSpPr>
          <p:cNvPr id="31" name="Shape 30">
            <a:extLst>
              <a:ext uri="{FF2B5EF4-FFF2-40B4-BE49-F238E27FC236}">
                <a16:creationId xmlns:a16="http://schemas.microsoft.com/office/drawing/2014/main" id="{7525DDBF-8B00-73BE-0FFF-EB3714BB71BC}"/>
              </a:ext>
            </a:extLst>
          </p:cNvPr>
          <p:cNvSpPr/>
          <p:nvPr/>
        </p:nvSpPr>
        <p:spPr>
          <a:xfrm>
            <a:off x="6207125" y="1016000"/>
            <a:ext cx="31750" cy="2460625"/>
          </a:xfrm>
          <a:custGeom>
            <a:avLst/>
            <a:gdLst/>
            <a:ahLst/>
            <a:cxnLst/>
            <a:rect l="l" t="t" r="r" b="b"/>
            <a:pathLst>
              <a:path w="31750" h="2460625">
                <a:moveTo>
                  <a:pt x="0" y="0"/>
                </a:moveTo>
                <a:lnTo>
                  <a:pt x="31750" y="0"/>
                </a:lnTo>
                <a:lnTo>
                  <a:pt x="31750" y="2460625"/>
                </a:lnTo>
                <a:lnTo>
                  <a:pt x="0" y="2460625"/>
                </a:lnTo>
                <a:lnTo>
                  <a:pt x="0" y="0"/>
                </a:lnTo>
                <a:close/>
              </a:path>
            </a:pathLst>
          </a:custGeom>
          <a:solidFill>
            <a:srgbClr val="00B0F0"/>
          </a:solidFill>
          <a:ln/>
        </p:spPr>
      </p:sp>
      <p:sp>
        <p:nvSpPr>
          <p:cNvPr id="32" name="Text 31">
            <a:extLst>
              <a:ext uri="{FF2B5EF4-FFF2-40B4-BE49-F238E27FC236}">
                <a16:creationId xmlns:a16="http://schemas.microsoft.com/office/drawing/2014/main" id="{0FC713E9-3EDC-13A1-68B4-BBFFB739BB0B}"/>
              </a:ext>
            </a:extLst>
          </p:cNvPr>
          <p:cNvSpPr/>
          <p:nvPr/>
        </p:nvSpPr>
        <p:spPr>
          <a:xfrm>
            <a:off x="6381750" y="1174750"/>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Submission Protocol</a:t>
            </a:r>
            <a:endParaRPr lang="en-US" sz="1600" dirty="0">
              <a:latin typeface="Times New Roman" panose="02020603050405020304" pitchFamily="18" charset="0"/>
              <a:cs typeface="Times New Roman" panose="02020603050405020304" pitchFamily="18" charset="0"/>
            </a:endParaRPr>
          </a:p>
        </p:txBody>
      </p:sp>
      <p:sp>
        <p:nvSpPr>
          <p:cNvPr id="33" name="Text 32">
            <a:extLst>
              <a:ext uri="{FF2B5EF4-FFF2-40B4-BE49-F238E27FC236}">
                <a16:creationId xmlns:a16="http://schemas.microsoft.com/office/drawing/2014/main" id="{42AB5412-03B1-DDBD-BACA-518339EF359A}"/>
              </a:ext>
            </a:extLst>
          </p:cNvPr>
          <p:cNvSpPr/>
          <p:nvPr/>
        </p:nvSpPr>
        <p:spPr>
          <a:xfrm>
            <a:off x="6381750" y="1492250"/>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A </a:t>
            </a: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long press (&gt;2 seconds)</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on the touch sensor submits the entered password string for validation. The system provides immediate visual feedback on the OLED display.</a:t>
            </a:r>
            <a:endParaRPr lang="en-US" sz="1600" dirty="0">
              <a:latin typeface="Times New Roman" panose="02020603050405020304" pitchFamily="18" charset="0"/>
              <a:cs typeface="Times New Roman" panose="02020603050405020304" pitchFamily="18" charset="0"/>
            </a:endParaRPr>
          </a:p>
        </p:txBody>
      </p:sp>
      <p:sp>
        <p:nvSpPr>
          <p:cNvPr id="34" name="Shape 33">
            <a:extLst>
              <a:ext uri="{FF2B5EF4-FFF2-40B4-BE49-F238E27FC236}">
                <a16:creationId xmlns:a16="http://schemas.microsoft.com/office/drawing/2014/main" id="{44E37D1D-1385-DF1E-2F29-2A6BA00D0DEF}"/>
              </a:ext>
            </a:extLst>
          </p:cNvPr>
          <p:cNvSpPr/>
          <p:nvPr/>
        </p:nvSpPr>
        <p:spPr>
          <a:xfrm>
            <a:off x="6384925" y="2003425"/>
            <a:ext cx="5324475" cy="1308100"/>
          </a:xfrm>
          <a:custGeom>
            <a:avLst/>
            <a:gdLst/>
            <a:ahLst/>
            <a:cxnLst/>
            <a:rect l="l" t="t" r="r" b="b"/>
            <a:pathLst>
              <a:path w="5324475" h="1308100">
                <a:moveTo>
                  <a:pt x="0" y="0"/>
                </a:moveTo>
                <a:lnTo>
                  <a:pt x="5324475" y="0"/>
                </a:lnTo>
                <a:lnTo>
                  <a:pt x="5324475" y="1308100"/>
                </a:lnTo>
                <a:lnTo>
                  <a:pt x="0" y="1308100"/>
                </a:lnTo>
                <a:lnTo>
                  <a:pt x="0" y="0"/>
                </a:lnTo>
                <a:close/>
              </a:path>
            </a:pathLst>
          </a:custGeom>
          <a:solidFill>
            <a:srgbClr val="FFFFFF"/>
          </a:solidFill>
          <a:ln w="10160">
            <a:solidFill>
              <a:srgbClr val="D1D5DC"/>
            </a:solidFill>
            <a:prstDash val="solid"/>
          </a:ln>
        </p:spPr>
      </p:sp>
      <p:sp>
        <p:nvSpPr>
          <p:cNvPr id="35" name="Text 34">
            <a:extLst>
              <a:ext uri="{FF2B5EF4-FFF2-40B4-BE49-F238E27FC236}">
                <a16:creationId xmlns:a16="http://schemas.microsoft.com/office/drawing/2014/main" id="{DC38FD47-B68D-ED47-0691-A9C23859133E}"/>
              </a:ext>
            </a:extLst>
          </p:cNvPr>
          <p:cNvSpPr/>
          <p:nvPr/>
        </p:nvSpPr>
        <p:spPr>
          <a:xfrm>
            <a:off x="6483350" y="2101852"/>
            <a:ext cx="5191125" cy="190500"/>
          </a:xfrm>
          <a:prstGeom prst="rect">
            <a:avLst/>
          </a:prstGeom>
          <a:noFill/>
          <a:ln/>
        </p:spPr>
        <p:txBody>
          <a:bodyPr wrap="square" lIns="0" tIns="0" rIns="0" bIns="0" rtlCol="0" anchor="ctr"/>
          <a:lstStyle/>
          <a:p>
            <a:pPr>
              <a:lnSpc>
                <a:spcPct val="130000"/>
              </a:lnSpc>
            </a:pPr>
            <a:r>
              <a:rPr lang="en-US" sz="1000" b="1" dirty="0">
                <a:solidFill>
                  <a:srgbClr val="00B0F0"/>
                </a:solidFill>
                <a:latin typeface="Times New Roman" panose="02020603050405020304" pitchFamily="18" charset="0"/>
                <a:ea typeface="Sorts Mill Goudy" pitchFamily="34" charset="-122"/>
                <a:cs typeface="Times New Roman" panose="02020603050405020304" pitchFamily="18" charset="0"/>
              </a:rPr>
              <a:t>Operation Sequence</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36" name="Text 35">
            <a:extLst>
              <a:ext uri="{FF2B5EF4-FFF2-40B4-BE49-F238E27FC236}">
                <a16:creationId xmlns:a16="http://schemas.microsoft.com/office/drawing/2014/main" id="{56E19977-FA2E-50A7-B3AD-4D37C822E488}"/>
              </a:ext>
            </a:extLst>
          </p:cNvPr>
          <p:cNvSpPr/>
          <p:nvPr/>
        </p:nvSpPr>
        <p:spPr>
          <a:xfrm>
            <a:off x="6483350" y="2355852"/>
            <a:ext cx="190500" cy="190500"/>
          </a:xfrm>
          <a:prstGeom prst="rect">
            <a:avLst/>
          </a:prstGeom>
          <a:noFill/>
          <a:ln/>
        </p:spPr>
        <p:txBody>
          <a:bodyPr wrap="square" lIns="0" tIns="0" rIns="0" bIns="0" rtlCol="0" anchor="ctr"/>
          <a:lstStyle/>
          <a:p>
            <a:pPr>
              <a:lnSpc>
                <a:spcPct val="130000"/>
              </a:lnSpc>
            </a:pPr>
            <a:r>
              <a:rPr lang="en-US" sz="1000" dirty="0">
                <a:solidFill>
                  <a:srgbClr val="00B0F0"/>
                </a:solidFill>
                <a:latin typeface="Times New Roman" panose="02020603050405020304" pitchFamily="18" charset="0"/>
                <a:ea typeface="Sorts Mill Goudy" pitchFamily="34" charset="-122"/>
                <a:cs typeface="Times New Roman" panose="02020603050405020304" pitchFamily="18" charset="0"/>
              </a:rPr>
              <a:t>①</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37" name="Text 36">
            <a:extLst>
              <a:ext uri="{FF2B5EF4-FFF2-40B4-BE49-F238E27FC236}">
                <a16:creationId xmlns:a16="http://schemas.microsoft.com/office/drawing/2014/main" id="{15F05915-11A4-DD02-462A-2AF801B52909}"/>
              </a:ext>
            </a:extLst>
          </p:cNvPr>
          <p:cNvSpPr/>
          <p:nvPr/>
        </p:nvSpPr>
        <p:spPr>
          <a:xfrm>
            <a:off x="6673850" y="2355852"/>
            <a:ext cx="1754188"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Tap touch to select bit position</a:t>
            </a:r>
            <a:endParaRPr lang="en-US" sz="1600" dirty="0">
              <a:latin typeface="Times New Roman" panose="02020603050405020304" pitchFamily="18" charset="0"/>
              <a:cs typeface="Times New Roman" panose="02020603050405020304" pitchFamily="18" charset="0"/>
            </a:endParaRPr>
          </a:p>
        </p:txBody>
      </p:sp>
      <p:sp>
        <p:nvSpPr>
          <p:cNvPr id="38" name="Text 37">
            <a:extLst>
              <a:ext uri="{FF2B5EF4-FFF2-40B4-BE49-F238E27FC236}">
                <a16:creationId xmlns:a16="http://schemas.microsoft.com/office/drawing/2014/main" id="{88B0D798-9DC6-00F0-80CD-33E6359AB12F}"/>
              </a:ext>
            </a:extLst>
          </p:cNvPr>
          <p:cNvSpPr/>
          <p:nvPr/>
        </p:nvSpPr>
        <p:spPr>
          <a:xfrm>
            <a:off x="6483350" y="2578102"/>
            <a:ext cx="190500" cy="190500"/>
          </a:xfrm>
          <a:prstGeom prst="rect">
            <a:avLst/>
          </a:prstGeom>
          <a:noFill/>
          <a:ln/>
        </p:spPr>
        <p:txBody>
          <a:bodyPr wrap="square" lIns="0" tIns="0" rIns="0" bIns="0" rtlCol="0" anchor="ctr"/>
          <a:lstStyle/>
          <a:p>
            <a:pPr>
              <a:lnSpc>
                <a:spcPct val="130000"/>
              </a:lnSpc>
            </a:pPr>
            <a:r>
              <a:rPr lang="en-US" sz="1000" dirty="0">
                <a:solidFill>
                  <a:srgbClr val="00B0F0"/>
                </a:solidFill>
                <a:latin typeface="Times New Roman" panose="02020603050405020304" pitchFamily="18" charset="0"/>
                <a:ea typeface="Sorts Mill Goudy" pitchFamily="34" charset="-122"/>
                <a:cs typeface="Times New Roman" panose="02020603050405020304" pitchFamily="18" charset="0"/>
              </a:rPr>
              <a:t>②</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39" name="Text 38">
            <a:extLst>
              <a:ext uri="{FF2B5EF4-FFF2-40B4-BE49-F238E27FC236}">
                <a16:creationId xmlns:a16="http://schemas.microsoft.com/office/drawing/2014/main" id="{F3440E19-DCFD-A02D-46FF-EB1B1DE84FA5}"/>
              </a:ext>
            </a:extLst>
          </p:cNvPr>
          <p:cNvSpPr/>
          <p:nvPr/>
        </p:nvSpPr>
        <p:spPr>
          <a:xfrm>
            <a:off x="6673850" y="2578102"/>
            <a:ext cx="2500313"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Hold button + touch for '1', touch only for '0'</a:t>
            </a:r>
            <a:endParaRPr lang="en-US" sz="1600" dirty="0">
              <a:latin typeface="Times New Roman" panose="02020603050405020304" pitchFamily="18" charset="0"/>
              <a:cs typeface="Times New Roman" panose="02020603050405020304" pitchFamily="18" charset="0"/>
            </a:endParaRPr>
          </a:p>
        </p:txBody>
      </p:sp>
      <p:sp>
        <p:nvSpPr>
          <p:cNvPr id="40" name="Text 39">
            <a:extLst>
              <a:ext uri="{FF2B5EF4-FFF2-40B4-BE49-F238E27FC236}">
                <a16:creationId xmlns:a16="http://schemas.microsoft.com/office/drawing/2014/main" id="{3C2FD31E-78FA-0806-F051-43A19D3B4B34}"/>
              </a:ext>
            </a:extLst>
          </p:cNvPr>
          <p:cNvSpPr/>
          <p:nvPr/>
        </p:nvSpPr>
        <p:spPr>
          <a:xfrm>
            <a:off x="6483350" y="2800352"/>
            <a:ext cx="190500" cy="190500"/>
          </a:xfrm>
          <a:prstGeom prst="rect">
            <a:avLst/>
          </a:prstGeom>
          <a:noFill/>
          <a:ln/>
        </p:spPr>
        <p:txBody>
          <a:bodyPr wrap="square" lIns="0" tIns="0" rIns="0" bIns="0" rtlCol="0" anchor="ctr"/>
          <a:lstStyle/>
          <a:p>
            <a:pPr>
              <a:lnSpc>
                <a:spcPct val="130000"/>
              </a:lnSpc>
            </a:pPr>
            <a:r>
              <a:rPr lang="en-US" sz="1000" dirty="0">
                <a:solidFill>
                  <a:srgbClr val="00B0F0"/>
                </a:solidFill>
                <a:latin typeface="Times New Roman" panose="02020603050405020304" pitchFamily="18" charset="0"/>
                <a:ea typeface="Sorts Mill Goudy" pitchFamily="34" charset="-122"/>
                <a:cs typeface="Times New Roman" panose="02020603050405020304" pitchFamily="18" charset="0"/>
              </a:rPr>
              <a:t>③</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41" name="Text 40">
            <a:extLst>
              <a:ext uri="{FF2B5EF4-FFF2-40B4-BE49-F238E27FC236}">
                <a16:creationId xmlns:a16="http://schemas.microsoft.com/office/drawing/2014/main" id="{6FA5387A-9E89-A213-49EF-92BAD7E6682B}"/>
              </a:ext>
            </a:extLst>
          </p:cNvPr>
          <p:cNvSpPr/>
          <p:nvPr/>
        </p:nvSpPr>
        <p:spPr>
          <a:xfrm>
            <a:off x="6673850" y="2800352"/>
            <a:ext cx="2365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Long press touch (&gt;2s) to submit password</a:t>
            </a:r>
            <a:endParaRPr lang="en-US" sz="1600" dirty="0">
              <a:latin typeface="Times New Roman" panose="02020603050405020304" pitchFamily="18" charset="0"/>
              <a:cs typeface="Times New Roman" panose="02020603050405020304" pitchFamily="18" charset="0"/>
            </a:endParaRPr>
          </a:p>
        </p:txBody>
      </p:sp>
      <p:sp>
        <p:nvSpPr>
          <p:cNvPr id="42" name="Text 41">
            <a:extLst>
              <a:ext uri="{FF2B5EF4-FFF2-40B4-BE49-F238E27FC236}">
                <a16:creationId xmlns:a16="http://schemas.microsoft.com/office/drawing/2014/main" id="{FE3A8B6A-F5E0-68C4-5998-F41E01FBD18B}"/>
              </a:ext>
            </a:extLst>
          </p:cNvPr>
          <p:cNvSpPr/>
          <p:nvPr/>
        </p:nvSpPr>
        <p:spPr>
          <a:xfrm>
            <a:off x="6483350" y="3022602"/>
            <a:ext cx="190500" cy="190500"/>
          </a:xfrm>
          <a:prstGeom prst="rect">
            <a:avLst/>
          </a:prstGeom>
          <a:noFill/>
          <a:ln/>
        </p:spPr>
        <p:txBody>
          <a:bodyPr wrap="square" lIns="0" tIns="0" rIns="0" bIns="0" rtlCol="0" anchor="ctr"/>
          <a:lstStyle/>
          <a:p>
            <a:pPr>
              <a:lnSpc>
                <a:spcPct val="130000"/>
              </a:lnSpc>
            </a:pPr>
            <a:r>
              <a:rPr lang="en-US" sz="1000" dirty="0">
                <a:solidFill>
                  <a:srgbClr val="00B0F0"/>
                </a:solidFill>
                <a:latin typeface="Times New Roman" panose="02020603050405020304" pitchFamily="18" charset="0"/>
                <a:ea typeface="Sorts Mill Goudy" pitchFamily="34" charset="-122"/>
                <a:cs typeface="Times New Roman" panose="02020603050405020304" pitchFamily="18" charset="0"/>
              </a:rPr>
              <a:t>④</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43" name="Text 42">
            <a:extLst>
              <a:ext uri="{FF2B5EF4-FFF2-40B4-BE49-F238E27FC236}">
                <a16:creationId xmlns:a16="http://schemas.microsoft.com/office/drawing/2014/main" id="{5928D5BE-4D8D-252D-0794-398220E2803F}"/>
              </a:ext>
            </a:extLst>
          </p:cNvPr>
          <p:cNvSpPr/>
          <p:nvPr/>
        </p:nvSpPr>
        <p:spPr>
          <a:xfrm>
            <a:off x="6673850" y="3022602"/>
            <a:ext cx="21748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Long press button to clear and re-enter</a:t>
            </a:r>
            <a:endParaRPr lang="en-US" sz="1600" dirty="0">
              <a:latin typeface="Times New Roman" panose="02020603050405020304" pitchFamily="18" charset="0"/>
              <a:cs typeface="Times New Roman" panose="02020603050405020304" pitchFamily="18" charset="0"/>
            </a:endParaRPr>
          </a:p>
        </p:txBody>
      </p:sp>
      <p:sp>
        <p:nvSpPr>
          <p:cNvPr id="44" name="Shape 43">
            <a:extLst>
              <a:ext uri="{FF2B5EF4-FFF2-40B4-BE49-F238E27FC236}">
                <a16:creationId xmlns:a16="http://schemas.microsoft.com/office/drawing/2014/main" id="{57931B3C-734B-1435-A71D-A09CAD18D267}"/>
              </a:ext>
            </a:extLst>
          </p:cNvPr>
          <p:cNvSpPr/>
          <p:nvPr/>
        </p:nvSpPr>
        <p:spPr>
          <a:xfrm>
            <a:off x="6207125" y="3600451"/>
            <a:ext cx="5667375" cy="2143125"/>
          </a:xfrm>
          <a:custGeom>
            <a:avLst/>
            <a:gdLst/>
            <a:ahLst/>
            <a:cxnLst/>
            <a:rect l="l" t="t" r="r" b="b"/>
            <a:pathLst>
              <a:path w="5667375" h="2143125">
                <a:moveTo>
                  <a:pt x="0" y="0"/>
                </a:moveTo>
                <a:lnTo>
                  <a:pt x="5667375" y="0"/>
                </a:lnTo>
                <a:lnTo>
                  <a:pt x="5667375" y="2143125"/>
                </a:lnTo>
                <a:lnTo>
                  <a:pt x="0" y="2143125"/>
                </a:lnTo>
                <a:lnTo>
                  <a:pt x="0" y="0"/>
                </a:lnTo>
                <a:close/>
              </a:path>
            </a:pathLst>
          </a:custGeom>
          <a:solidFill>
            <a:srgbClr val="F9FAFB"/>
          </a:solidFill>
          <a:ln/>
        </p:spPr>
      </p:sp>
      <p:sp>
        <p:nvSpPr>
          <p:cNvPr id="45" name="Shape 44">
            <a:extLst>
              <a:ext uri="{FF2B5EF4-FFF2-40B4-BE49-F238E27FC236}">
                <a16:creationId xmlns:a16="http://schemas.microsoft.com/office/drawing/2014/main" id="{26C9925F-92F2-6645-F7BD-302DCE1002B7}"/>
              </a:ext>
            </a:extLst>
          </p:cNvPr>
          <p:cNvSpPr/>
          <p:nvPr/>
        </p:nvSpPr>
        <p:spPr>
          <a:xfrm>
            <a:off x="6207125" y="3600451"/>
            <a:ext cx="31750" cy="2143125"/>
          </a:xfrm>
          <a:custGeom>
            <a:avLst/>
            <a:gdLst/>
            <a:ahLst/>
            <a:cxnLst/>
            <a:rect l="l" t="t" r="r" b="b"/>
            <a:pathLst>
              <a:path w="31750" h="2143125">
                <a:moveTo>
                  <a:pt x="0" y="0"/>
                </a:moveTo>
                <a:lnTo>
                  <a:pt x="31750" y="0"/>
                </a:lnTo>
                <a:lnTo>
                  <a:pt x="31750" y="2143125"/>
                </a:lnTo>
                <a:lnTo>
                  <a:pt x="0" y="2143125"/>
                </a:lnTo>
                <a:lnTo>
                  <a:pt x="0" y="0"/>
                </a:lnTo>
                <a:close/>
              </a:path>
            </a:pathLst>
          </a:custGeom>
          <a:solidFill>
            <a:schemeClr val="accent2"/>
          </a:solidFill>
          <a:ln/>
        </p:spPr>
      </p:sp>
      <p:sp>
        <p:nvSpPr>
          <p:cNvPr id="46" name="Text 45">
            <a:extLst>
              <a:ext uri="{FF2B5EF4-FFF2-40B4-BE49-F238E27FC236}">
                <a16:creationId xmlns:a16="http://schemas.microsoft.com/office/drawing/2014/main" id="{D994C843-A5FA-FF05-F2FB-BB2E6D565890}"/>
              </a:ext>
            </a:extLst>
          </p:cNvPr>
          <p:cNvSpPr/>
          <p:nvPr/>
        </p:nvSpPr>
        <p:spPr>
          <a:xfrm>
            <a:off x="6381750" y="3759201"/>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Times New Roman" panose="02020603050405020304" pitchFamily="18" charset="0"/>
                <a:ea typeface="Sorts Mill Goudy" pitchFamily="34" charset="-122"/>
                <a:cs typeface="Times New Roman" panose="02020603050405020304" pitchFamily="18" charset="0"/>
              </a:rPr>
              <a:t>Access Control</a:t>
            </a:r>
            <a:endParaRPr lang="en-US" sz="1600" dirty="0">
              <a:latin typeface="Times New Roman" panose="02020603050405020304" pitchFamily="18" charset="0"/>
              <a:cs typeface="Times New Roman" panose="02020603050405020304" pitchFamily="18" charset="0"/>
            </a:endParaRPr>
          </a:p>
        </p:txBody>
      </p:sp>
      <p:sp>
        <p:nvSpPr>
          <p:cNvPr id="47" name="Text 46">
            <a:extLst>
              <a:ext uri="{FF2B5EF4-FFF2-40B4-BE49-F238E27FC236}">
                <a16:creationId xmlns:a16="http://schemas.microsoft.com/office/drawing/2014/main" id="{835C453D-BC07-21B9-E0FF-634D5436DF3D}"/>
              </a:ext>
            </a:extLst>
          </p:cNvPr>
          <p:cNvSpPr/>
          <p:nvPr/>
        </p:nvSpPr>
        <p:spPr>
          <a:xfrm>
            <a:off x="6381750" y="4076701"/>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The system validates the entered password against the </a:t>
            </a:r>
            <a:r>
              <a:rPr lang="en-US" sz="1000" b="1" dirty="0">
                <a:solidFill>
                  <a:srgbClr val="1F2937"/>
                </a:solidFill>
                <a:latin typeface="Times New Roman" panose="02020603050405020304" pitchFamily="18" charset="0"/>
                <a:ea typeface="Sorts Mill Goudy" pitchFamily="34" charset="-122"/>
                <a:cs typeface="Times New Roman" panose="02020603050405020304" pitchFamily="18" charset="0"/>
              </a:rPr>
              <a:t>default password "1010"</a:t>
            </a:r>
            <a:r>
              <a:rPr lang="en-US" sz="1000" dirty="0">
                <a:solidFill>
                  <a:srgbClr val="1F2937"/>
                </a:solidFill>
                <a:latin typeface="Times New Roman" panose="02020603050405020304" pitchFamily="18" charset="0"/>
                <a:ea typeface="Sorts Mill Goudy" pitchFamily="34" charset="-122"/>
                <a:cs typeface="Times New Roman" panose="02020603050405020304" pitchFamily="18" charset="0"/>
              </a:rPr>
              <a:t> . Upon successful validation, the MG995 servo motor rotates to 90° to grant door access.</a:t>
            </a:r>
            <a:endParaRPr lang="en-US" sz="1600" dirty="0">
              <a:latin typeface="Times New Roman" panose="02020603050405020304" pitchFamily="18" charset="0"/>
              <a:cs typeface="Times New Roman" panose="02020603050405020304" pitchFamily="18" charset="0"/>
            </a:endParaRPr>
          </a:p>
        </p:txBody>
      </p:sp>
      <p:sp>
        <p:nvSpPr>
          <p:cNvPr id="48" name="Shape 47">
            <a:extLst>
              <a:ext uri="{FF2B5EF4-FFF2-40B4-BE49-F238E27FC236}">
                <a16:creationId xmlns:a16="http://schemas.microsoft.com/office/drawing/2014/main" id="{701D86F6-A066-04EC-5E47-2F9974B077A0}"/>
              </a:ext>
            </a:extLst>
          </p:cNvPr>
          <p:cNvSpPr/>
          <p:nvPr/>
        </p:nvSpPr>
        <p:spPr>
          <a:xfrm>
            <a:off x="6384925" y="4587876"/>
            <a:ext cx="2609850" cy="998538"/>
          </a:xfrm>
          <a:custGeom>
            <a:avLst/>
            <a:gdLst/>
            <a:ahLst/>
            <a:cxnLst/>
            <a:rect l="l" t="t" r="r" b="b"/>
            <a:pathLst>
              <a:path w="2609850" h="998538">
                <a:moveTo>
                  <a:pt x="0" y="0"/>
                </a:moveTo>
                <a:lnTo>
                  <a:pt x="2609850" y="0"/>
                </a:lnTo>
                <a:lnTo>
                  <a:pt x="2609850" y="998538"/>
                </a:lnTo>
                <a:lnTo>
                  <a:pt x="0" y="998538"/>
                </a:lnTo>
                <a:lnTo>
                  <a:pt x="0" y="0"/>
                </a:lnTo>
                <a:close/>
              </a:path>
            </a:pathLst>
          </a:custGeom>
          <a:solidFill>
            <a:srgbClr val="F0FDF4"/>
          </a:solidFill>
          <a:ln w="10160">
            <a:solidFill>
              <a:srgbClr val="7BF1A8"/>
            </a:solidFill>
            <a:prstDash val="solid"/>
          </a:ln>
        </p:spPr>
      </p:sp>
      <p:sp>
        <p:nvSpPr>
          <p:cNvPr id="49" name="Shape 48">
            <a:extLst>
              <a:ext uri="{FF2B5EF4-FFF2-40B4-BE49-F238E27FC236}">
                <a16:creationId xmlns:a16="http://schemas.microsoft.com/office/drawing/2014/main" id="{95EB9EE3-DB21-8A83-65EC-9450E550FF1F}"/>
              </a:ext>
            </a:extLst>
          </p:cNvPr>
          <p:cNvSpPr/>
          <p:nvPr/>
        </p:nvSpPr>
        <p:spPr>
          <a:xfrm>
            <a:off x="7596187" y="468629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0A63E"/>
          </a:solidFill>
          <a:ln/>
        </p:spPr>
      </p:sp>
      <p:sp>
        <p:nvSpPr>
          <p:cNvPr id="50" name="Text 49">
            <a:extLst>
              <a:ext uri="{FF2B5EF4-FFF2-40B4-BE49-F238E27FC236}">
                <a16:creationId xmlns:a16="http://schemas.microsoft.com/office/drawing/2014/main" id="{61297FE1-4D09-B6AA-791E-CBF5E9DCBE97}"/>
              </a:ext>
            </a:extLst>
          </p:cNvPr>
          <p:cNvSpPr/>
          <p:nvPr/>
        </p:nvSpPr>
        <p:spPr>
          <a:xfrm>
            <a:off x="6451600" y="4914902"/>
            <a:ext cx="2476500" cy="190500"/>
          </a:xfrm>
          <a:prstGeom prst="rect">
            <a:avLst/>
          </a:prstGeom>
          <a:noFill/>
          <a:ln/>
        </p:spPr>
        <p:txBody>
          <a:bodyPr wrap="square" lIns="0" tIns="0" rIns="0" bIns="0" rtlCol="0" anchor="ctr"/>
          <a:lstStyle/>
          <a:p>
            <a:pPr algn="ctr">
              <a:lnSpc>
                <a:spcPct val="130000"/>
              </a:lnSpc>
            </a:pPr>
            <a:r>
              <a:rPr lang="en-US" sz="1000" b="1" dirty="0">
                <a:solidFill>
                  <a:srgbClr val="008236"/>
                </a:solidFill>
                <a:latin typeface="Times New Roman" panose="02020603050405020304" pitchFamily="18" charset="0"/>
                <a:ea typeface="Sorts Mill Goudy" pitchFamily="34" charset="-122"/>
                <a:cs typeface="Times New Roman" panose="02020603050405020304" pitchFamily="18" charset="0"/>
              </a:rPr>
              <a:t>Correct Password</a:t>
            </a:r>
            <a:endParaRPr lang="en-US" sz="1600" dirty="0">
              <a:latin typeface="Times New Roman" panose="02020603050405020304" pitchFamily="18" charset="0"/>
              <a:cs typeface="Times New Roman" panose="02020603050405020304" pitchFamily="18" charset="0"/>
            </a:endParaRPr>
          </a:p>
        </p:txBody>
      </p:sp>
      <p:sp>
        <p:nvSpPr>
          <p:cNvPr id="51" name="Text 50">
            <a:extLst>
              <a:ext uri="{FF2B5EF4-FFF2-40B4-BE49-F238E27FC236}">
                <a16:creationId xmlns:a16="http://schemas.microsoft.com/office/drawing/2014/main" id="{9920D89B-2546-931D-F539-A08A4C37A7FA}"/>
              </a:ext>
            </a:extLst>
          </p:cNvPr>
          <p:cNvSpPr/>
          <p:nvPr/>
        </p:nvSpPr>
        <p:spPr>
          <a:xfrm>
            <a:off x="6451600" y="5105402"/>
            <a:ext cx="2476500"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5 short beeps/vibrations</a:t>
            </a:r>
            <a:endParaRPr lang="en-US" sz="1600" dirty="0">
              <a:latin typeface="Times New Roman" panose="02020603050405020304" pitchFamily="18" charset="0"/>
              <a:cs typeface="Times New Roman" panose="02020603050405020304" pitchFamily="18" charset="0"/>
            </a:endParaRPr>
          </a:p>
        </p:txBody>
      </p:sp>
      <p:sp>
        <p:nvSpPr>
          <p:cNvPr id="52" name="Text 51">
            <a:extLst>
              <a:ext uri="{FF2B5EF4-FFF2-40B4-BE49-F238E27FC236}">
                <a16:creationId xmlns:a16="http://schemas.microsoft.com/office/drawing/2014/main" id="{D9EB2EF8-442C-45C1-A995-AA2C90D7A33D}"/>
              </a:ext>
            </a:extLst>
          </p:cNvPr>
          <p:cNvSpPr/>
          <p:nvPr/>
        </p:nvSpPr>
        <p:spPr>
          <a:xfrm>
            <a:off x="6451600" y="5295902"/>
            <a:ext cx="2476500"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Servo → 90° (Door Open)</a:t>
            </a:r>
            <a:endParaRPr lang="en-US" sz="1600" dirty="0">
              <a:latin typeface="Times New Roman" panose="02020603050405020304" pitchFamily="18" charset="0"/>
              <a:cs typeface="Times New Roman" panose="02020603050405020304" pitchFamily="18" charset="0"/>
            </a:endParaRPr>
          </a:p>
        </p:txBody>
      </p:sp>
      <p:sp>
        <p:nvSpPr>
          <p:cNvPr id="53" name="Shape 52">
            <a:extLst>
              <a:ext uri="{FF2B5EF4-FFF2-40B4-BE49-F238E27FC236}">
                <a16:creationId xmlns:a16="http://schemas.microsoft.com/office/drawing/2014/main" id="{2EB1C02B-7F2D-32D5-B23B-F02AF05E9ADC}"/>
              </a:ext>
            </a:extLst>
          </p:cNvPr>
          <p:cNvSpPr/>
          <p:nvPr/>
        </p:nvSpPr>
        <p:spPr>
          <a:xfrm>
            <a:off x="9099550" y="4587876"/>
            <a:ext cx="2609850" cy="998538"/>
          </a:xfrm>
          <a:custGeom>
            <a:avLst/>
            <a:gdLst/>
            <a:ahLst/>
            <a:cxnLst/>
            <a:rect l="l" t="t" r="r" b="b"/>
            <a:pathLst>
              <a:path w="2609850" h="998538">
                <a:moveTo>
                  <a:pt x="0" y="0"/>
                </a:moveTo>
                <a:lnTo>
                  <a:pt x="2609850" y="0"/>
                </a:lnTo>
                <a:lnTo>
                  <a:pt x="2609850" y="998538"/>
                </a:lnTo>
                <a:lnTo>
                  <a:pt x="0" y="998538"/>
                </a:lnTo>
                <a:lnTo>
                  <a:pt x="0" y="0"/>
                </a:lnTo>
                <a:close/>
              </a:path>
            </a:pathLst>
          </a:custGeom>
          <a:solidFill>
            <a:srgbClr val="FEF2F2"/>
          </a:solidFill>
          <a:ln w="10160">
            <a:solidFill>
              <a:srgbClr val="FFA2A2"/>
            </a:solidFill>
            <a:prstDash val="solid"/>
          </a:ln>
        </p:spPr>
      </p:sp>
      <p:sp>
        <p:nvSpPr>
          <p:cNvPr id="54" name="Shape 53">
            <a:extLst>
              <a:ext uri="{FF2B5EF4-FFF2-40B4-BE49-F238E27FC236}">
                <a16:creationId xmlns:a16="http://schemas.microsoft.com/office/drawing/2014/main" id="{2C96C654-4CAA-E305-2A6A-BD325884E8A7}"/>
              </a:ext>
            </a:extLst>
          </p:cNvPr>
          <p:cNvSpPr/>
          <p:nvPr/>
        </p:nvSpPr>
        <p:spPr>
          <a:xfrm>
            <a:off x="10310813" y="468629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E7000B"/>
          </a:solidFill>
          <a:ln/>
        </p:spPr>
      </p:sp>
      <p:sp>
        <p:nvSpPr>
          <p:cNvPr id="55" name="Text 54">
            <a:extLst>
              <a:ext uri="{FF2B5EF4-FFF2-40B4-BE49-F238E27FC236}">
                <a16:creationId xmlns:a16="http://schemas.microsoft.com/office/drawing/2014/main" id="{95C09CD5-7404-CCC2-5DC1-A155CC69A3F0}"/>
              </a:ext>
            </a:extLst>
          </p:cNvPr>
          <p:cNvSpPr/>
          <p:nvPr/>
        </p:nvSpPr>
        <p:spPr>
          <a:xfrm>
            <a:off x="9166225" y="4914902"/>
            <a:ext cx="2476500" cy="190500"/>
          </a:xfrm>
          <a:prstGeom prst="rect">
            <a:avLst/>
          </a:prstGeom>
          <a:noFill/>
          <a:ln/>
        </p:spPr>
        <p:txBody>
          <a:bodyPr wrap="square" lIns="0" tIns="0" rIns="0" bIns="0" rtlCol="0" anchor="ctr"/>
          <a:lstStyle/>
          <a:p>
            <a:pPr algn="ctr">
              <a:lnSpc>
                <a:spcPct val="130000"/>
              </a:lnSpc>
            </a:pPr>
            <a:r>
              <a:rPr lang="en-US" sz="1000" b="1" dirty="0">
                <a:solidFill>
                  <a:srgbClr val="C10007"/>
                </a:solidFill>
                <a:latin typeface="Times New Roman" panose="02020603050405020304" pitchFamily="18" charset="0"/>
                <a:ea typeface="Sorts Mill Goudy" pitchFamily="34" charset="-122"/>
                <a:cs typeface="Times New Roman" panose="02020603050405020304" pitchFamily="18" charset="0"/>
              </a:rPr>
              <a:t>Wrong Password</a:t>
            </a:r>
            <a:endParaRPr lang="en-US" sz="1600" dirty="0">
              <a:latin typeface="Times New Roman" panose="02020603050405020304" pitchFamily="18" charset="0"/>
              <a:cs typeface="Times New Roman" panose="02020603050405020304" pitchFamily="18" charset="0"/>
            </a:endParaRPr>
          </a:p>
        </p:txBody>
      </p:sp>
      <p:sp>
        <p:nvSpPr>
          <p:cNvPr id="56" name="Text 55">
            <a:extLst>
              <a:ext uri="{FF2B5EF4-FFF2-40B4-BE49-F238E27FC236}">
                <a16:creationId xmlns:a16="http://schemas.microsoft.com/office/drawing/2014/main" id="{98033647-EB5C-18C3-FB2D-67C806FA4FFF}"/>
              </a:ext>
            </a:extLst>
          </p:cNvPr>
          <p:cNvSpPr/>
          <p:nvPr/>
        </p:nvSpPr>
        <p:spPr>
          <a:xfrm>
            <a:off x="9166225" y="5105402"/>
            <a:ext cx="2476500"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5 long beeps/vibrations</a:t>
            </a:r>
            <a:endParaRPr lang="en-US" sz="1600" dirty="0">
              <a:latin typeface="Times New Roman" panose="02020603050405020304" pitchFamily="18" charset="0"/>
              <a:cs typeface="Times New Roman" panose="02020603050405020304" pitchFamily="18" charset="0"/>
            </a:endParaRPr>
          </a:p>
        </p:txBody>
      </p:sp>
      <p:sp>
        <p:nvSpPr>
          <p:cNvPr id="57" name="Text 56">
            <a:extLst>
              <a:ext uri="{FF2B5EF4-FFF2-40B4-BE49-F238E27FC236}">
                <a16:creationId xmlns:a16="http://schemas.microsoft.com/office/drawing/2014/main" id="{0655F8D5-3DB2-6603-A275-6926A86A68CE}"/>
              </a:ext>
            </a:extLst>
          </p:cNvPr>
          <p:cNvSpPr/>
          <p:nvPr/>
        </p:nvSpPr>
        <p:spPr>
          <a:xfrm>
            <a:off x="9166225" y="5295902"/>
            <a:ext cx="2476500"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Times New Roman" panose="02020603050405020304" pitchFamily="18" charset="0"/>
                <a:ea typeface="Sorts Mill Goudy" pitchFamily="34" charset="-122"/>
                <a:cs typeface="Times New Roman" panose="02020603050405020304" pitchFamily="18" charset="0"/>
              </a:rPr>
              <a:t>Servo → 0° (Locked)</a:t>
            </a:r>
            <a:endParaRPr lang="en-US" sz="1600" dirty="0">
              <a:latin typeface="Times New Roman" panose="02020603050405020304" pitchFamily="18" charset="0"/>
              <a:cs typeface="Times New Roman" panose="02020603050405020304" pitchFamily="18" charset="0"/>
            </a:endParaRPr>
          </a:p>
        </p:txBody>
      </p:sp>
      <p:sp>
        <p:nvSpPr>
          <p:cNvPr id="58" name="Shape 2">
            <a:extLst>
              <a:ext uri="{FF2B5EF4-FFF2-40B4-BE49-F238E27FC236}">
                <a16:creationId xmlns:a16="http://schemas.microsoft.com/office/drawing/2014/main" id="{EC0520D5-F9BB-315B-6AAF-4012ECA9FFCA}"/>
              </a:ext>
            </a:extLst>
          </p:cNvPr>
          <p:cNvSpPr/>
          <p:nvPr/>
        </p:nvSpPr>
        <p:spPr>
          <a:xfrm>
            <a:off x="317500" y="784739"/>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1221896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D10F527-E1B5-FE63-3FB7-4542656880D6}"/>
              </a:ext>
            </a:extLst>
          </p:cNvPr>
          <p:cNvSpPr/>
          <p:nvPr/>
        </p:nvSpPr>
        <p:spPr>
          <a:xfrm>
            <a:off x="327302" y="176983"/>
            <a:ext cx="11684682" cy="327302"/>
          </a:xfrm>
          <a:prstGeom prst="rect">
            <a:avLst/>
          </a:prstGeom>
          <a:noFill/>
          <a:ln/>
        </p:spPr>
        <p:txBody>
          <a:bodyPr wrap="square" lIns="0" tIns="0" rIns="0" bIns="0" rtlCol="0" anchor="ctr"/>
          <a:lstStyle/>
          <a:p>
            <a:pPr algn="ctr">
              <a:lnSpc>
                <a:spcPct val="90000"/>
              </a:lnSpc>
            </a:pPr>
            <a:r>
              <a:rPr lang="en-US" sz="2319" b="1" dirty="0">
                <a:solidFill>
                  <a:srgbClr val="0070C0"/>
                </a:solidFill>
                <a:latin typeface="Times New Roman" panose="02020603050405020304" pitchFamily="18" charset="0"/>
                <a:cs typeface="Times New Roman" panose="02020603050405020304" pitchFamily="18" charset="0"/>
              </a:rPr>
              <a:t>OUTPUTS</a:t>
            </a:r>
            <a:endParaRPr lang="en-US" sz="1600" dirty="0">
              <a:solidFill>
                <a:srgbClr val="0070C0"/>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EB60987-84A8-525C-8112-E2C6535D0D1A}"/>
              </a:ext>
            </a:extLst>
          </p:cNvPr>
          <p:cNvPicPr>
            <a:picLocks noChangeAspect="1"/>
          </p:cNvPicPr>
          <p:nvPr/>
        </p:nvPicPr>
        <p:blipFill>
          <a:blip r:embed="rId2"/>
          <a:srcRect l="29033" t="19056" r="45887" b="37360"/>
          <a:stretch>
            <a:fillRect/>
          </a:stretch>
        </p:blipFill>
        <p:spPr>
          <a:xfrm>
            <a:off x="560439" y="1312052"/>
            <a:ext cx="1504334" cy="1470475"/>
          </a:xfrm>
          <a:prstGeom prst="rect">
            <a:avLst/>
          </a:prstGeom>
        </p:spPr>
      </p:pic>
      <p:pic>
        <p:nvPicPr>
          <p:cNvPr id="16" name="Picture 15">
            <a:extLst>
              <a:ext uri="{FF2B5EF4-FFF2-40B4-BE49-F238E27FC236}">
                <a16:creationId xmlns:a16="http://schemas.microsoft.com/office/drawing/2014/main" id="{0DA9CF35-9624-EDC3-D1CF-F57B38DCE549}"/>
              </a:ext>
            </a:extLst>
          </p:cNvPr>
          <p:cNvPicPr>
            <a:picLocks noChangeAspect="1"/>
          </p:cNvPicPr>
          <p:nvPr/>
        </p:nvPicPr>
        <p:blipFill>
          <a:blip r:embed="rId3"/>
          <a:stretch>
            <a:fillRect/>
          </a:stretch>
        </p:blipFill>
        <p:spPr>
          <a:xfrm>
            <a:off x="5819876" y="1257765"/>
            <a:ext cx="2197905" cy="1628597"/>
          </a:xfrm>
          <a:prstGeom prst="rect">
            <a:avLst/>
          </a:prstGeom>
          <a:ln>
            <a:solidFill>
              <a:schemeClr val="tx1"/>
            </a:solidFill>
          </a:ln>
        </p:spPr>
      </p:pic>
      <p:sp>
        <p:nvSpPr>
          <p:cNvPr id="17" name="Text 31">
            <a:extLst>
              <a:ext uri="{FF2B5EF4-FFF2-40B4-BE49-F238E27FC236}">
                <a16:creationId xmlns:a16="http://schemas.microsoft.com/office/drawing/2014/main" id="{6D0CA7F6-C910-B28D-406E-DAAC96D09A9F}"/>
              </a:ext>
            </a:extLst>
          </p:cNvPr>
          <p:cNvSpPr/>
          <p:nvPr/>
        </p:nvSpPr>
        <p:spPr>
          <a:xfrm>
            <a:off x="560439" y="2904617"/>
            <a:ext cx="4619432" cy="327302"/>
          </a:xfrm>
          <a:prstGeom prst="rect">
            <a:avLst/>
          </a:prstGeom>
          <a:noFill/>
          <a:ln/>
        </p:spPr>
        <p:txBody>
          <a:bodyPr wrap="square" lIns="0" tIns="0" rIns="0" bIns="0" rtlCol="0" anchor="ctr"/>
          <a:lstStyle/>
          <a:p>
            <a:pPr>
              <a:lnSpc>
                <a:spcPct val="120000"/>
              </a:lnSpc>
            </a:pPr>
            <a:r>
              <a:rPr lang="en-US" sz="1600" b="1" dirty="0">
                <a:latin typeface="Times New Roman" panose="02020603050405020304" pitchFamily="18" charset="0"/>
                <a:cs typeface="Times New Roman" panose="02020603050405020304" pitchFamily="18" charset="0"/>
              </a:rPr>
              <a:t>Hardware output showing fan1 at regulation level 1</a:t>
            </a:r>
          </a:p>
        </p:txBody>
      </p:sp>
      <p:pic>
        <p:nvPicPr>
          <p:cNvPr id="21" name="Picture 20">
            <a:extLst>
              <a:ext uri="{FF2B5EF4-FFF2-40B4-BE49-F238E27FC236}">
                <a16:creationId xmlns:a16="http://schemas.microsoft.com/office/drawing/2014/main" id="{D0137EE1-1E4C-6289-9C3A-CB0B096EFD61}"/>
              </a:ext>
            </a:extLst>
          </p:cNvPr>
          <p:cNvPicPr>
            <a:picLocks noChangeAspect="1"/>
          </p:cNvPicPr>
          <p:nvPr/>
        </p:nvPicPr>
        <p:blipFill>
          <a:blip r:embed="rId4"/>
          <a:srcRect l="50000" t="38775" r="27823" b="27897"/>
          <a:stretch>
            <a:fillRect/>
          </a:stretch>
        </p:blipFill>
        <p:spPr>
          <a:xfrm>
            <a:off x="560439" y="3463524"/>
            <a:ext cx="1504336" cy="1271619"/>
          </a:xfrm>
          <a:prstGeom prst="rect">
            <a:avLst/>
          </a:prstGeom>
        </p:spPr>
      </p:pic>
      <p:pic>
        <p:nvPicPr>
          <p:cNvPr id="25" name="Picture 24">
            <a:extLst>
              <a:ext uri="{FF2B5EF4-FFF2-40B4-BE49-F238E27FC236}">
                <a16:creationId xmlns:a16="http://schemas.microsoft.com/office/drawing/2014/main" id="{98267B78-5E4D-3EF5-C6FF-07C7658ABF0E}"/>
              </a:ext>
            </a:extLst>
          </p:cNvPr>
          <p:cNvPicPr>
            <a:picLocks noChangeAspect="1"/>
          </p:cNvPicPr>
          <p:nvPr/>
        </p:nvPicPr>
        <p:blipFill>
          <a:blip r:embed="rId5"/>
          <a:stretch>
            <a:fillRect/>
          </a:stretch>
        </p:blipFill>
        <p:spPr>
          <a:xfrm>
            <a:off x="5819877" y="3305553"/>
            <a:ext cx="2197905" cy="1447643"/>
          </a:xfrm>
          <a:prstGeom prst="rect">
            <a:avLst/>
          </a:prstGeom>
          <a:ln>
            <a:solidFill>
              <a:schemeClr val="tx1"/>
            </a:solidFill>
          </a:ln>
        </p:spPr>
      </p:pic>
      <p:pic>
        <p:nvPicPr>
          <p:cNvPr id="4" name="Picture 3">
            <a:extLst>
              <a:ext uri="{FF2B5EF4-FFF2-40B4-BE49-F238E27FC236}">
                <a16:creationId xmlns:a16="http://schemas.microsoft.com/office/drawing/2014/main" id="{17B1EEA5-1D9E-5EDC-5C38-78C6A135C25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8336" t="10221" b="35808"/>
          <a:stretch>
            <a:fillRect/>
          </a:stretch>
        </p:blipFill>
        <p:spPr bwMode="auto">
          <a:xfrm>
            <a:off x="2466470" y="1250743"/>
            <a:ext cx="3039544" cy="1628596"/>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B7CB346A-1169-2AE5-79E4-E4815C00D6EB}"/>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4508" b="15747"/>
          <a:stretch>
            <a:fillRect/>
          </a:stretch>
        </p:blipFill>
        <p:spPr bwMode="auto">
          <a:xfrm rot="16200000">
            <a:off x="3208344" y="2762498"/>
            <a:ext cx="1447644" cy="2673670"/>
          </a:xfrm>
          <a:prstGeom prst="rect">
            <a:avLst/>
          </a:prstGeom>
          <a:noFill/>
          <a:ln>
            <a:noFill/>
          </a:ln>
          <a:extLst>
            <a:ext uri="{53640926-AAD7-44D8-BBD7-CCE9431645EC}">
              <a14:shadowObscured xmlns:a14="http://schemas.microsoft.com/office/drawing/2010/main"/>
            </a:ext>
          </a:extLst>
        </p:spPr>
      </p:pic>
      <p:sp>
        <p:nvSpPr>
          <p:cNvPr id="8" name="Oval 7">
            <a:extLst>
              <a:ext uri="{FF2B5EF4-FFF2-40B4-BE49-F238E27FC236}">
                <a16:creationId xmlns:a16="http://schemas.microsoft.com/office/drawing/2014/main" id="{926903DA-141F-DBC7-58CB-950575AE5B51}"/>
              </a:ext>
            </a:extLst>
          </p:cNvPr>
          <p:cNvSpPr/>
          <p:nvPr/>
        </p:nvSpPr>
        <p:spPr>
          <a:xfrm rot="20389374">
            <a:off x="2732995" y="3516123"/>
            <a:ext cx="274320" cy="497840"/>
          </a:xfrm>
          <a:prstGeom prst="ellipse">
            <a:avLst/>
          </a:prstGeom>
          <a:noFill/>
          <a:ln w="952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862A6EDE-EE43-F702-1B63-DDCC95E9E700}"/>
              </a:ext>
            </a:extLst>
          </p:cNvPr>
          <p:cNvSpPr txBox="1"/>
          <p:nvPr/>
        </p:nvSpPr>
        <p:spPr>
          <a:xfrm>
            <a:off x="560439" y="849254"/>
            <a:ext cx="5938684" cy="338554"/>
          </a:xfrm>
          <a:prstGeom prst="rect">
            <a:avLst/>
          </a:prstGeom>
          <a:noFill/>
        </p:spPr>
        <p:txBody>
          <a:bodyPr wrap="square">
            <a:spAutoFit/>
          </a:bodyPr>
          <a:lstStyle/>
          <a:p>
            <a:r>
              <a:rPr lang="en-IN" sz="1600" b="1" dirty="0">
                <a:effectLst/>
                <a:latin typeface="Times New Roman" panose="02020603050405020304" pitchFamily="18" charset="0"/>
                <a:ea typeface="Calibri" panose="020F0502020204030204" pitchFamily="34" charset="0"/>
              </a:rPr>
              <a:t>Appliance control module response for command L1</a:t>
            </a:r>
            <a:endParaRPr lang="en-IN" sz="1600" b="1" dirty="0"/>
          </a:p>
        </p:txBody>
      </p:sp>
      <p:sp>
        <p:nvSpPr>
          <p:cNvPr id="7" name="TextBox 6">
            <a:extLst>
              <a:ext uri="{FF2B5EF4-FFF2-40B4-BE49-F238E27FC236}">
                <a16:creationId xmlns:a16="http://schemas.microsoft.com/office/drawing/2014/main" id="{583EB2BF-7A72-2E97-1E33-465224A161AE}"/>
              </a:ext>
            </a:extLst>
          </p:cNvPr>
          <p:cNvSpPr txBox="1"/>
          <p:nvPr/>
        </p:nvSpPr>
        <p:spPr>
          <a:xfrm>
            <a:off x="8337755" y="1312052"/>
            <a:ext cx="3674229" cy="1877437"/>
          </a:xfrm>
          <a:prstGeom prst="rect">
            <a:avLst/>
          </a:prstGeom>
          <a:noFill/>
        </p:spPr>
        <p:txBody>
          <a:bodyPr wrap="square" rtlCol="0">
            <a:spAutoFit/>
          </a:bodyPr>
          <a:lstStyle/>
          <a:p>
            <a:pPr algn="just"/>
            <a:r>
              <a:rPr lang="en-IN" sz="1400" dirty="0"/>
              <a:t>	Up on giving the input L1 input by the pressing button 1,2,3 &amp; touching right touch sensor for typing L and button 1 &amp; touching left touch sensor  for typing 1, then entered command by a short touch on both sensors, then the light 1 state toggled to on state i.e. there is a transition from OFF to ON.</a:t>
            </a:r>
          </a:p>
          <a:p>
            <a:endParaRPr lang="en-IN" dirty="0"/>
          </a:p>
        </p:txBody>
      </p:sp>
      <p:sp>
        <p:nvSpPr>
          <p:cNvPr id="9" name="TextBox 8">
            <a:extLst>
              <a:ext uri="{FF2B5EF4-FFF2-40B4-BE49-F238E27FC236}">
                <a16:creationId xmlns:a16="http://schemas.microsoft.com/office/drawing/2014/main" id="{34F0AACF-9701-93C5-A41A-DD754E060065}"/>
              </a:ext>
            </a:extLst>
          </p:cNvPr>
          <p:cNvSpPr txBox="1"/>
          <p:nvPr/>
        </p:nvSpPr>
        <p:spPr>
          <a:xfrm>
            <a:off x="8337755" y="3299937"/>
            <a:ext cx="3674229" cy="2246769"/>
          </a:xfrm>
          <a:prstGeom prst="rect">
            <a:avLst/>
          </a:prstGeom>
          <a:noFill/>
        </p:spPr>
        <p:txBody>
          <a:bodyPr wrap="square" rtlCol="0">
            <a:spAutoFit/>
          </a:bodyPr>
          <a:lstStyle/>
          <a:p>
            <a:pPr algn="just"/>
            <a:r>
              <a:rPr lang="en-US" sz="1400" dirty="0"/>
              <a:t>	Up on giving the input F11 input by the pressing button 1,2,4 &amp; touching right touch sensor for typing F and button 1 &amp; touching left touch sensor  for typing 1 for two times, then entered command by a short touch on both sensors, then the relay connected to high reactance </a:t>
            </a:r>
            <a:r>
              <a:rPr lang="en-US" sz="1400" dirty="0" err="1"/>
              <a:t>rc</a:t>
            </a:r>
            <a:r>
              <a:rPr lang="en-US" sz="1400" dirty="0"/>
              <a:t> channel of regulator, as it is difficult to display air breeze on photo I have used incandescent bulb as it show brightness change for each regulation level.</a:t>
            </a:r>
            <a:endParaRPr lang="en-IN" dirty="0"/>
          </a:p>
        </p:txBody>
      </p:sp>
      <p:sp>
        <p:nvSpPr>
          <p:cNvPr id="3" name="Shape 2">
            <a:extLst>
              <a:ext uri="{FF2B5EF4-FFF2-40B4-BE49-F238E27FC236}">
                <a16:creationId xmlns:a16="http://schemas.microsoft.com/office/drawing/2014/main" id="{87065B9D-F589-CB47-19F2-FF502CA2E4C0}"/>
              </a:ext>
            </a:extLst>
          </p:cNvPr>
          <p:cNvSpPr/>
          <p:nvPr/>
        </p:nvSpPr>
        <p:spPr>
          <a:xfrm>
            <a:off x="317500" y="784739"/>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2247987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74E8682-1FC1-860F-FDCB-B4A45ED793F8}"/>
              </a:ext>
            </a:extLst>
          </p:cNvPr>
          <p:cNvSpPr/>
          <p:nvPr/>
        </p:nvSpPr>
        <p:spPr>
          <a:xfrm>
            <a:off x="327302" y="176983"/>
            <a:ext cx="11684682" cy="327302"/>
          </a:xfrm>
          <a:prstGeom prst="rect">
            <a:avLst/>
          </a:prstGeom>
          <a:noFill/>
          <a:ln/>
        </p:spPr>
        <p:txBody>
          <a:bodyPr wrap="square" lIns="0" tIns="0" rIns="0" bIns="0" rtlCol="0" anchor="ctr"/>
          <a:lstStyle/>
          <a:p>
            <a:pPr algn="ctr">
              <a:lnSpc>
                <a:spcPct val="90000"/>
              </a:lnSpc>
            </a:pPr>
            <a:r>
              <a:rPr lang="en-US" sz="2319" b="1" dirty="0">
                <a:solidFill>
                  <a:srgbClr val="0070C0"/>
                </a:solidFill>
                <a:latin typeface="Times New Roman" panose="02020603050405020304" pitchFamily="18" charset="0"/>
                <a:cs typeface="Times New Roman" panose="02020603050405020304" pitchFamily="18" charset="0"/>
              </a:rPr>
              <a:t>OUTPUTS</a:t>
            </a:r>
            <a:endParaRPr lang="en-US" sz="1600" dirty="0">
              <a:solidFill>
                <a:srgbClr val="0070C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2E61C80-560A-B80B-9A45-47CABD5FE5FD}"/>
              </a:ext>
            </a:extLst>
          </p:cNvPr>
          <p:cNvPicPr>
            <a:picLocks noChangeAspect="1"/>
          </p:cNvPicPr>
          <p:nvPr/>
        </p:nvPicPr>
        <p:blipFill>
          <a:blip r:embed="rId2"/>
          <a:srcRect l="53666" t="54951" r="27250" b="17938"/>
          <a:stretch>
            <a:fillRect/>
          </a:stretch>
        </p:blipFill>
        <p:spPr>
          <a:xfrm>
            <a:off x="623739" y="1279562"/>
            <a:ext cx="1877044" cy="1499996"/>
          </a:xfrm>
          <a:prstGeom prst="rect">
            <a:avLst/>
          </a:prstGeom>
        </p:spPr>
      </p:pic>
      <p:pic>
        <p:nvPicPr>
          <p:cNvPr id="10" name="Picture 9">
            <a:extLst>
              <a:ext uri="{FF2B5EF4-FFF2-40B4-BE49-F238E27FC236}">
                <a16:creationId xmlns:a16="http://schemas.microsoft.com/office/drawing/2014/main" id="{2CC42E37-A5EB-9F34-DB1D-C73142F5D3D0}"/>
              </a:ext>
            </a:extLst>
          </p:cNvPr>
          <p:cNvPicPr>
            <a:picLocks noChangeAspect="1"/>
          </p:cNvPicPr>
          <p:nvPr/>
        </p:nvPicPr>
        <p:blipFill>
          <a:blip r:embed="rId3"/>
          <a:stretch>
            <a:fillRect/>
          </a:stretch>
        </p:blipFill>
        <p:spPr>
          <a:xfrm>
            <a:off x="5383378" y="1369084"/>
            <a:ext cx="2015876" cy="1463040"/>
          </a:xfrm>
          <a:prstGeom prst="rect">
            <a:avLst/>
          </a:prstGeom>
          <a:ln>
            <a:solidFill>
              <a:schemeClr val="tx1"/>
            </a:solidFill>
          </a:ln>
        </p:spPr>
      </p:pic>
      <p:pic>
        <p:nvPicPr>
          <p:cNvPr id="16" name="Picture 15">
            <a:extLst>
              <a:ext uri="{FF2B5EF4-FFF2-40B4-BE49-F238E27FC236}">
                <a16:creationId xmlns:a16="http://schemas.microsoft.com/office/drawing/2014/main" id="{4B3C6839-6F5A-E6FE-3B07-8CC15D2223C3}"/>
              </a:ext>
            </a:extLst>
          </p:cNvPr>
          <p:cNvPicPr>
            <a:picLocks noChangeAspect="1"/>
          </p:cNvPicPr>
          <p:nvPr/>
        </p:nvPicPr>
        <p:blipFill>
          <a:blip r:embed="rId4"/>
          <a:srcRect l="40028" t="31783" r="30391" b="22389"/>
          <a:stretch>
            <a:fillRect/>
          </a:stretch>
        </p:blipFill>
        <p:spPr>
          <a:xfrm>
            <a:off x="2832910" y="3493819"/>
            <a:ext cx="1796141" cy="1565229"/>
          </a:xfrm>
          <a:prstGeom prst="rect">
            <a:avLst/>
          </a:prstGeom>
        </p:spPr>
      </p:pic>
      <p:pic>
        <p:nvPicPr>
          <p:cNvPr id="3" name="Picture 2">
            <a:extLst>
              <a:ext uri="{FF2B5EF4-FFF2-40B4-BE49-F238E27FC236}">
                <a16:creationId xmlns:a16="http://schemas.microsoft.com/office/drawing/2014/main" id="{1BB6A586-DF21-2964-8247-5A829376975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2251" b="48909"/>
          <a:stretch>
            <a:fillRect/>
          </a:stretch>
        </p:blipFill>
        <p:spPr bwMode="auto">
          <a:xfrm>
            <a:off x="2796930" y="1239325"/>
            <a:ext cx="2290301" cy="1580469"/>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7F07DFD2-11F3-0724-E664-1E33AF7E7C5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695" t="2033" r="27161" b="18774"/>
          <a:stretch>
            <a:fillRect/>
          </a:stretch>
        </p:blipFill>
        <p:spPr bwMode="auto">
          <a:xfrm rot="5400000">
            <a:off x="722628" y="3394931"/>
            <a:ext cx="1598363" cy="1796141"/>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E32CD8C3-0C1D-C1F3-57B8-9F41A3F5D09E}"/>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6245" r="10924" b="26043"/>
          <a:stretch>
            <a:fillRect/>
          </a:stretch>
        </p:blipFill>
        <p:spPr bwMode="auto">
          <a:xfrm>
            <a:off x="623740" y="5222792"/>
            <a:ext cx="1803570" cy="1146057"/>
          </a:xfrm>
          <a:prstGeom prst="rect">
            <a:avLst/>
          </a:prstGeom>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D28DBE7D-F061-0F13-C32E-634B4D5D236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6954" t="18434" r="24338" b="49449"/>
          <a:stretch>
            <a:fillRect/>
          </a:stretch>
        </p:blipFill>
        <p:spPr bwMode="auto">
          <a:xfrm>
            <a:off x="2832910" y="5222792"/>
            <a:ext cx="1960389" cy="1122175"/>
          </a:xfrm>
          <a:prstGeom prst="rect">
            <a:avLst/>
          </a:prstGeom>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0890E4BF-B623-828C-BC09-63114FDB4231}"/>
              </a:ext>
            </a:extLst>
          </p:cNvPr>
          <p:cNvSpPr txBox="1"/>
          <p:nvPr/>
        </p:nvSpPr>
        <p:spPr>
          <a:xfrm>
            <a:off x="512372" y="819421"/>
            <a:ext cx="6096000" cy="338554"/>
          </a:xfrm>
          <a:prstGeom prst="rect">
            <a:avLst/>
          </a:prstGeom>
          <a:noFill/>
        </p:spPr>
        <p:txBody>
          <a:bodyPr wrap="square">
            <a:spAutoFit/>
          </a:bodyPr>
          <a:lstStyle/>
          <a:p>
            <a:r>
              <a:rPr lang="en-IN" sz="1600" b="1" dirty="0">
                <a:effectLst/>
                <a:latin typeface="Times New Roman" panose="02020603050405020304" pitchFamily="18" charset="0"/>
                <a:ea typeface="Calibri" panose="020F0502020204030204" pitchFamily="34" charset="0"/>
              </a:rPr>
              <a:t>Hardware output showing setting fan1 to regulation level 2</a:t>
            </a:r>
            <a:endParaRPr lang="en-IN" sz="1600" b="1" dirty="0"/>
          </a:p>
        </p:txBody>
      </p:sp>
      <p:sp>
        <p:nvSpPr>
          <p:cNvPr id="14" name="TextBox 13">
            <a:extLst>
              <a:ext uri="{FF2B5EF4-FFF2-40B4-BE49-F238E27FC236}">
                <a16:creationId xmlns:a16="http://schemas.microsoft.com/office/drawing/2014/main" id="{95AAACE6-A518-F13C-92FD-345FCBE8CBA5}"/>
              </a:ext>
            </a:extLst>
          </p:cNvPr>
          <p:cNvSpPr txBox="1"/>
          <p:nvPr/>
        </p:nvSpPr>
        <p:spPr>
          <a:xfrm>
            <a:off x="512372" y="3026930"/>
            <a:ext cx="6096000" cy="338554"/>
          </a:xfrm>
          <a:prstGeom prst="rect">
            <a:avLst/>
          </a:prstGeom>
          <a:noFill/>
        </p:spPr>
        <p:txBody>
          <a:bodyPr wrap="square">
            <a:spAutoFit/>
          </a:bodyPr>
          <a:lstStyle/>
          <a:p>
            <a:r>
              <a:rPr lang="en-IN" sz="1600" b="1" dirty="0">
                <a:effectLst/>
                <a:latin typeface="Times New Roman" panose="02020603050405020304" pitchFamily="18" charset="0"/>
                <a:ea typeface="Calibri" panose="020F0502020204030204" pitchFamily="34" charset="0"/>
              </a:rPr>
              <a:t>Stimulating fire monitoring system</a:t>
            </a:r>
            <a:endParaRPr lang="en-IN" sz="1600" b="1" dirty="0"/>
          </a:p>
        </p:txBody>
      </p:sp>
      <p:sp>
        <p:nvSpPr>
          <p:cNvPr id="17" name="TextBox 16">
            <a:extLst>
              <a:ext uri="{FF2B5EF4-FFF2-40B4-BE49-F238E27FC236}">
                <a16:creationId xmlns:a16="http://schemas.microsoft.com/office/drawing/2014/main" id="{6E44C140-1042-718F-A05C-5388D2887411}"/>
              </a:ext>
            </a:extLst>
          </p:cNvPr>
          <p:cNvSpPr txBox="1"/>
          <p:nvPr/>
        </p:nvSpPr>
        <p:spPr>
          <a:xfrm>
            <a:off x="7772400" y="853175"/>
            <a:ext cx="4239584" cy="2462213"/>
          </a:xfrm>
          <a:prstGeom prst="rect">
            <a:avLst/>
          </a:prstGeom>
          <a:noFill/>
        </p:spPr>
        <p:txBody>
          <a:bodyPr wrap="square">
            <a:spAutoFit/>
          </a:bodyPr>
          <a:lstStyle/>
          <a:p>
            <a:pPr algn="just"/>
            <a:r>
              <a:rPr lang="en-IN" sz="1400" dirty="0"/>
              <a:t>	Up on </a:t>
            </a:r>
            <a:r>
              <a:rPr lang="en-IN" sz="1400" dirty="0" err="1"/>
              <a:t>givinig</a:t>
            </a:r>
            <a:r>
              <a:rPr lang="en-IN" sz="1400" dirty="0"/>
              <a:t> the input F12 input by the pressing button 1,2,4 &amp; touching right touch sensor for typing F , button 1 &amp; touching left touch sensor  for typing 1 &amp; button 1,2 &amp; touching left touch sensor  for typing 2, then entered command by a short touch on both </a:t>
            </a:r>
            <a:r>
              <a:rPr lang="en-IN" sz="1400" dirty="0" err="1"/>
              <a:t>sesnors</a:t>
            </a:r>
            <a:r>
              <a:rPr lang="en-IN" sz="1400" dirty="0"/>
              <a:t>, then the relay connected to high reactance </a:t>
            </a:r>
            <a:r>
              <a:rPr lang="en-IN" sz="1400" dirty="0" err="1"/>
              <a:t>rc</a:t>
            </a:r>
            <a:r>
              <a:rPr lang="en-IN" sz="1400" dirty="0"/>
              <a:t> channel of regulator, as it is difficult to display air breeze on photo I have used </a:t>
            </a:r>
            <a:r>
              <a:rPr lang="en-IN" sz="1400" dirty="0" err="1"/>
              <a:t>incandesecnt</a:t>
            </a:r>
            <a:r>
              <a:rPr lang="en-IN" sz="1400" dirty="0"/>
              <a:t> bulb as it show brightness change for each regulation </a:t>
            </a:r>
            <a:r>
              <a:rPr lang="en-IN" sz="1400" dirty="0" err="1"/>
              <a:t>level.We</a:t>
            </a:r>
            <a:r>
              <a:rPr lang="en-IN" sz="1400" dirty="0"/>
              <a:t> can observe the highest brightness at level 4 as it bypass the RC networks.</a:t>
            </a:r>
          </a:p>
        </p:txBody>
      </p:sp>
      <p:sp>
        <p:nvSpPr>
          <p:cNvPr id="18" name="TextBox 17">
            <a:extLst>
              <a:ext uri="{FF2B5EF4-FFF2-40B4-BE49-F238E27FC236}">
                <a16:creationId xmlns:a16="http://schemas.microsoft.com/office/drawing/2014/main" id="{553875AF-F82C-33C4-8E20-CC25149A27D4}"/>
              </a:ext>
            </a:extLst>
          </p:cNvPr>
          <p:cNvSpPr txBox="1"/>
          <p:nvPr/>
        </p:nvSpPr>
        <p:spPr>
          <a:xfrm>
            <a:off x="4978323" y="3574062"/>
            <a:ext cx="4435939" cy="3108543"/>
          </a:xfrm>
          <a:prstGeom prst="rect">
            <a:avLst/>
          </a:prstGeom>
          <a:noFill/>
        </p:spPr>
        <p:txBody>
          <a:bodyPr wrap="square" rtlCol="0">
            <a:spAutoFit/>
          </a:bodyPr>
          <a:lstStyle/>
          <a:p>
            <a:pPr algn="just"/>
            <a:r>
              <a:rPr lang="en-IN" sz="1400" dirty="0"/>
              <a:t>	To simulate a high-reliability fire monitoring system, the MQ-2 gas sensor was triggered using smoke to detect combustible particles, while a cigar lighter provided the infrared (IR) signature needed to activate the flame sensor.</a:t>
            </a:r>
          </a:p>
          <a:p>
            <a:pPr algn="just"/>
            <a:r>
              <a:rPr lang="en-IN" sz="1400" dirty="0"/>
              <a:t>	The system utilizes a 2-second dual-touch hold on the TTP223 capacitive sensors to transfer the ACK command. The ACK command specifies that user confirmed the fire is unintentional &amp; he is in danger and need to notify the care taker.  </a:t>
            </a:r>
          </a:p>
          <a:p>
            <a:pPr algn="just"/>
            <a:r>
              <a:rPr lang="en-IN" sz="1400" dirty="0"/>
              <a:t>	The appliance control module processed the ACK(acknowledgement) command and delivered a notification to care taker via Blynk IoT app.</a:t>
            </a:r>
          </a:p>
          <a:p>
            <a:endParaRPr lang="en-IN" sz="1400" dirty="0"/>
          </a:p>
        </p:txBody>
      </p:sp>
      <p:sp>
        <p:nvSpPr>
          <p:cNvPr id="4" name="Shape 2">
            <a:extLst>
              <a:ext uri="{FF2B5EF4-FFF2-40B4-BE49-F238E27FC236}">
                <a16:creationId xmlns:a16="http://schemas.microsoft.com/office/drawing/2014/main" id="{7643FB74-5086-CCCF-751C-32C97EBD3AEE}"/>
              </a:ext>
            </a:extLst>
          </p:cNvPr>
          <p:cNvSpPr/>
          <p:nvPr/>
        </p:nvSpPr>
        <p:spPr>
          <a:xfrm>
            <a:off x="317500" y="499602"/>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2642811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74BEEF83-6887-CF07-E51B-0B49A320D608}"/>
              </a:ext>
            </a:extLst>
          </p:cNvPr>
          <p:cNvSpPr/>
          <p:nvPr/>
        </p:nvSpPr>
        <p:spPr>
          <a:xfrm>
            <a:off x="333375" y="3779055"/>
            <a:ext cx="11350625" cy="1737826"/>
          </a:xfrm>
          <a:custGeom>
            <a:avLst/>
            <a:gdLst/>
            <a:ahLst/>
            <a:cxnLst/>
            <a:rect l="l" t="t" r="r" b="b"/>
            <a:pathLst>
              <a:path w="5667375" h="2389188">
                <a:moveTo>
                  <a:pt x="0" y="0"/>
                </a:moveTo>
                <a:lnTo>
                  <a:pt x="5667375" y="0"/>
                </a:lnTo>
                <a:lnTo>
                  <a:pt x="5667375" y="2389188"/>
                </a:lnTo>
                <a:lnTo>
                  <a:pt x="0" y="2389188"/>
                </a:lnTo>
                <a:lnTo>
                  <a:pt x="0" y="0"/>
                </a:lnTo>
                <a:close/>
              </a:path>
            </a:pathLst>
          </a:custGeom>
          <a:solidFill>
            <a:srgbClr val="F9FAFB"/>
          </a:solidFill>
          <a:ln/>
        </p:spPr>
        <p:txBody>
          <a:bodyPr/>
          <a:lstStyle/>
          <a:p>
            <a:endParaRPr lang="en-IN"/>
          </a:p>
        </p:txBody>
      </p:sp>
      <p:sp>
        <p:nvSpPr>
          <p:cNvPr id="2" name="Text 1">
            <a:extLst>
              <a:ext uri="{FF2B5EF4-FFF2-40B4-BE49-F238E27FC236}">
                <a16:creationId xmlns:a16="http://schemas.microsoft.com/office/drawing/2014/main" id="{8EAD0E12-AE66-014E-561E-869E3A9597ED}"/>
              </a:ext>
            </a:extLst>
          </p:cNvPr>
          <p:cNvSpPr/>
          <p:nvPr/>
        </p:nvSpPr>
        <p:spPr>
          <a:xfrm>
            <a:off x="317500" y="460375"/>
            <a:ext cx="11699875" cy="317500"/>
          </a:xfrm>
          <a:prstGeom prst="rect">
            <a:avLst/>
          </a:prstGeom>
          <a:noFill/>
          <a:ln/>
        </p:spPr>
        <p:txBody>
          <a:bodyPr wrap="square" lIns="0" tIns="0" rIns="0" bIns="0" rtlCol="0" anchor="ctr"/>
          <a:lstStyle/>
          <a:p>
            <a:pPr algn="ctr">
              <a:lnSpc>
                <a:spcPct val="90000"/>
              </a:lnSpc>
            </a:pPr>
            <a:r>
              <a:rPr lang="en-US" sz="2250" b="1" dirty="0">
                <a:solidFill>
                  <a:srgbClr val="0070C0"/>
                </a:solidFill>
                <a:latin typeface="Times New Roman" panose="02020603050405020304" pitchFamily="18" charset="0"/>
                <a:ea typeface="Sorts Mill Goudy" pitchFamily="34" charset="-122"/>
                <a:cs typeface="Times New Roman" panose="02020603050405020304" pitchFamily="18" charset="0"/>
              </a:rPr>
              <a:t>Conclusion and Future Scope</a:t>
            </a:r>
            <a:endParaRPr lang="en-US" sz="1600" dirty="0">
              <a:solidFill>
                <a:srgbClr val="0070C0"/>
              </a:solidFill>
              <a:latin typeface="Times New Roman" panose="02020603050405020304" pitchFamily="18" charset="0"/>
              <a:cs typeface="Times New Roman" panose="02020603050405020304" pitchFamily="18" charset="0"/>
            </a:endParaRPr>
          </a:p>
        </p:txBody>
      </p:sp>
      <p:sp>
        <p:nvSpPr>
          <p:cNvPr id="3" name="Shape 2">
            <a:extLst>
              <a:ext uri="{FF2B5EF4-FFF2-40B4-BE49-F238E27FC236}">
                <a16:creationId xmlns:a16="http://schemas.microsoft.com/office/drawing/2014/main" id="{3FCDB3FE-5D8D-E1DE-ECCE-DE12DC037F7B}"/>
              </a:ext>
            </a:extLst>
          </p:cNvPr>
          <p:cNvSpPr/>
          <p:nvPr/>
        </p:nvSpPr>
        <p:spPr>
          <a:xfrm>
            <a:off x="333375" y="1015999"/>
            <a:ext cx="11350625" cy="2570407"/>
          </a:xfrm>
          <a:custGeom>
            <a:avLst/>
            <a:gdLst/>
            <a:ahLst/>
            <a:cxnLst/>
            <a:rect l="l" t="t" r="r" b="b"/>
            <a:pathLst>
              <a:path w="5667375" h="2389188">
                <a:moveTo>
                  <a:pt x="0" y="0"/>
                </a:moveTo>
                <a:lnTo>
                  <a:pt x="5667375" y="0"/>
                </a:lnTo>
                <a:lnTo>
                  <a:pt x="5667375" y="2389188"/>
                </a:lnTo>
                <a:lnTo>
                  <a:pt x="0" y="2389188"/>
                </a:lnTo>
                <a:lnTo>
                  <a:pt x="0" y="0"/>
                </a:lnTo>
                <a:close/>
              </a:path>
            </a:pathLst>
          </a:custGeom>
          <a:solidFill>
            <a:srgbClr val="F9FAFB"/>
          </a:solidFill>
          <a:ln/>
        </p:spPr>
      </p:sp>
      <p:sp>
        <p:nvSpPr>
          <p:cNvPr id="4" name="Shape 3">
            <a:extLst>
              <a:ext uri="{FF2B5EF4-FFF2-40B4-BE49-F238E27FC236}">
                <a16:creationId xmlns:a16="http://schemas.microsoft.com/office/drawing/2014/main" id="{71F80D14-7A32-5848-0BFF-BCE14EDB9B04}"/>
              </a:ext>
            </a:extLst>
          </p:cNvPr>
          <p:cNvSpPr/>
          <p:nvPr/>
        </p:nvSpPr>
        <p:spPr>
          <a:xfrm>
            <a:off x="333374" y="1016000"/>
            <a:ext cx="45719" cy="2570406"/>
          </a:xfrm>
          <a:custGeom>
            <a:avLst/>
            <a:gdLst/>
            <a:ahLst/>
            <a:cxnLst/>
            <a:rect l="l" t="t" r="r" b="b"/>
            <a:pathLst>
              <a:path w="31750" h="2389188">
                <a:moveTo>
                  <a:pt x="0" y="0"/>
                </a:moveTo>
                <a:lnTo>
                  <a:pt x="31750" y="0"/>
                </a:lnTo>
                <a:lnTo>
                  <a:pt x="31750" y="2389188"/>
                </a:lnTo>
                <a:lnTo>
                  <a:pt x="0" y="2389188"/>
                </a:lnTo>
                <a:lnTo>
                  <a:pt x="0" y="0"/>
                </a:lnTo>
                <a:close/>
              </a:path>
            </a:pathLst>
          </a:custGeom>
          <a:solidFill>
            <a:srgbClr val="00B050"/>
          </a:solidFill>
          <a:ln/>
        </p:spPr>
      </p:sp>
      <p:sp>
        <p:nvSpPr>
          <p:cNvPr id="5" name="Text 4">
            <a:extLst>
              <a:ext uri="{FF2B5EF4-FFF2-40B4-BE49-F238E27FC236}">
                <a16:creationId xmlns:a16="http://schemas.microsoft.com/office/drawing/2014/main" id="{4B5C49BF-66A6-5C04-9760-5C6AC146EA10}"/>
              </a:ext>
            </a:extLst>
          </p:cNvPr>
          <p:cNvSpPr/>
          <p:nvPr/>
        </p:nvSpPr>
        <p:spPr>
          <a:xfrm>
            <a:off x="508000" y="1084334"/>
            <a:ext cx="5413375" cy="222250"/>
          </a:xfrm>
          <a:prstGeom prst="rect">
            <a:avLst/>
          </a:prstGeom>
          <a:noFill/>
          <a:ln/>
        </p:spPr>
        <p:txBody>
          <a:bodyPr wrap="square" lIns="0" tIns="0" rIns="0" bIns="0" rtlCol="0" anchor="ctr"/>
          <a:lstStyle/>
          <a:p>
            <a:pPr>
              <a:lnSpc>
                <a:spcPct val="120000"/>
              </a:lnSpc>
            </a:pPr>
            <a:r>
              <a:rPr lang="en-US" sz="1600" b="1" dirty="0">
                <a:solidFill>
                  <a:srgbClr val="1F2937"/>
                </a:solidFill>
                <a:latin typeface="Times New Roman" panose="02020603050405020304" pitchFamily="18" charset="0"/>
                <a:ea typeface="Sorts Mill Goudy" pitchFamily="34" charset="-122"/>
                <a:cs typeface="Times New Roman" panose="02020603050405020304" pitchFamily="18" charset="0"/>
              </a:rPr>
              <a:t>Conclusion</a:t>
            </a:r>
            <a:endParaRPr lang="en-US" sz="1600" dirty="0">
              <a:latin typeface="Times New Roman" panose="02020603050405020304" pitchFamily="18" charset="0"/>
              <a:cs typeface="Times New Roman" panose="02020603050405020304" pitchFamily="18" charset="0"/>
            </a:endParaRPr>
          </a:p>
        </p:txBody>
      </p:sp>
      <p:sp>
        <p:nvSpPr>
          <p:cNvPr id="6" name="Shape 29">
            <a:extLst>
              <a:ext uri="{FF2B5EF4-FFF2-40B4-BE49-F238E27FC236}">
                <a16:creationId xmlns:a16="http://schemas.microsoft.com/office/drawing/2014/main" id="{A62D1AC2-5890-0AD9-4DE7-1F164EC6FA1E}"/>
              </a:ext>
            </a:extLst>
          </p:cNvPr>
          <p:cNvSpPr/>
          <p:nvPr/>
        </p:nvSpPr>
        <p:spPr>
          <a:xfrm flipV="1">
            <a:off x="754062" y="7527380"/>
            <a:ext cx="11055697" cy="45719"/>
          </a:xfrm>
          <a:custGeom>
            <a:avLst/>
            <a:gdLst/>
            <a:ahLst/>
            <a:cxnLst/>
            <a:rect l="l" t="t" r="r" b="b"/>
            <a:pathLst>
              <a:path w="5667375" h="2460625">
                <a:moveTo>
                  <a:pt x="0" y="0"/>
                </a:moveTo>
                <a:lnTo>
                  <a:pt x="5667375" y="0"/>
                </a:lnTo>
                <a:lnTo>
                  <a:pt x="5667375" y="2460625"/>
                </a:lnTo>
                <a:lnTo>
                  <a:pt x="0" y="2460625"/>
                </a:lnTo>
                <a:lnTo>
                  <a:pt x="0" y="0"/>
                </a:lnTo>
                <a:close/>
              </a:path>
            </a:pathLst>
          </a:custGeom>
          <a:solidFill>
            <a:srgbClr val="F9FAFB"/>
          </a:solidFill>
          <a:ln/>
        </p:spPr>
      </p:sp>
      <p:sp>
        <p:nvSpPr>
          <p:cNvPr id="7" name="Shape 30">
            <a:extLst>
              <a:ext uri="{FF2B5EF4-FFF2-40B4-BE49-F238E27FC236}">
                <a16:creationId xmlns:a16="http://schemas.microsoft.com/office/drawing/2014/main" id="{FFAB7EDC-7EB6-1358-A36C-80FCD8AD9AC5}"/>
              </a:ext>
            </a:extLst>
          </p:cNvPr>
          <p:cNvSpPr/>
          <p:nvPr/>
        </p:nvSpPr>
        <p:spPr>
          <a:xfrm>
            <a:off x="340751" y="3779054"/>
            <a:ext cx="45719" cy="1737827"/>
          </a:xfrm>
          <a:custGeom>
            <a:avLst/>
            <a:gdLst/>
            <a:ahLst/>
            <a:cxnLst/>
            <a:rect l="l" t="t" r="r" b="b"/>
            <a:pathLst>
              <a:path w="31750" h="2460625">
                <a:moveTo>
                  <a:pt x="0" y="0"/>
                </a:moveTo>
                <a:lnTo>
                  <a:pt x="31750" y="0"/>
                </a:lnTo>
                <a:lnTo>
                  <a:pt x="31750" y="2460625"/>
                </a:lnTo>
                <a:lnTo>
                  <a:pt x="0" y="2460625"/>
                </a:lnTo>
                <a:lnTo>
                  <a:pt x="0" y="0"/>
                </a:lnTo>
                <a:close/>
              </a:path>
            </a:pathLst>
          </a:custGeom>
          <a:solidFill>
            <a:srgbClr val="00B0F0"/>
          </a:solidFill>
          <a:ln/>
        </p:spPr>
      </p:sp>
      <p:sp>
        <p:nvSpPr>
          <p:cNvPr id="8" name="Text 31">
            <a:extLst>
              <a:ext uri="{FF2B5EF4-FFF2-40B4-BE49-F238E27FC236}">
                <a16:creationId xmlns:a16="http://schemas.microsoft.com/office/drawing/2014/main" id="{688AF301-55DE-3224-3804-756C06B98938}"/>
              </a:ext>
            </a:extLst>
          </p:cNvPr>
          <p:cNvSpPr/>
          <p:nvPr/>
        </p:nvSpPr>
        <p:spPr>
          <a:xfrm>
            <a:off x="508001" y="3937533"/>
            <a:ext cx="5255176" cy="222250"/>
          </a:xfrm>
          <a:prstGeom prst="rect">
            <a:avLst/>
          </a:prstGeom>
          <a:noFill/>
          <a:ln/>
        </p:spPr>
        <p:txBody>
          <a:bodyPr wrap="square" lIns="0" tIns="0" rIns="0" bIns="0" rtlCol="0" anchor="ctr"/>
          <a:lstStyle/>
          <a:p>
            <a:pPr>
              <a:lnSpc>
                <a:spcPct val="120000"/>
              </a:lnSpc>
            </a:pPr>
            <a:r>
              <a:rPr lang="en-US" sz="1600" b="1" dirty="0">
                <a:solidFill>
                  <a:srgbClr val="1F2937"/>
                </a:solidFill>
                <a:latin typeface="Times New Roman" panose="02020603050405020304" pitchFamily="18" charset="0"/>
                <a:ea typeface="Sorts Mill Goudy" pitchFamily="34" charset="-122"/>
                <a:cs typeface="Times New Roman" panose="02020603050405020304" pitchFamily="18" charset="0"/>
              </a:rPr>
              <a:t>Future Scope</a:t>
            </a:r>
            <a:endParaRPr lang="en-US" sz="2000" dirty="0">
              <a:latin typeface="Times New Roman" panose="02020603050405020304" pitchFamily="18" charset="0"/>
              <a:cs typeface="Times New Roman" panose="02020603050405020304" pitchFamily="18" charset="0"/>
            </a:endParaRPr>
          </a:p>
        </p:txBody>
      </p:sp>
      <p:sp>
        <p:nvSpPr>
          <p:cNvPr id="9" name="Shape 2">
            <a:extLst>
              <a:ext uri="{FF2B5EF4-FFF2-40B4-BE49-F238E27FC236}">
                <a16:creationId xmlns:a16="http://schemas.microsoft.com/office/drawing/2014/main" id="{912E3A2B-0853-7BBC-5F3E-178F02E5368F}"/>
              </a:ext>
            </a:extLst>
          </p:cNvPr>
          <p:cNvSpPr/>
          <p:nvPr/>
        </p:nvSpPr>
        <p:spPr>
          <a:xfrm>
            <a:off x="317500" y="784739"/>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10" name="Rectangle 1">
            <a:extLst>
              <a:ext uri="{FF2B5EF4-FFF2-40B4-BE49-F238E27FC236}">
                <a16:creationId xmlns:a16="http://schemas.microsoft.com/office/drawing/2014/main" id="{3EC02452-FD8B-B48E-8069-2092E2E4EACF}"/>
              </a:ext>
            </a:extLst>
          </p:cNvPr>
          <p:cNvSpPr>
            <a:spLocks noChangeArrowheads="1"/>
          </p:cNvSpPr>
          <p:nvPr/>
        </p:nvSpPr>
        <p:spPr bwMode="auto">
          <a:xfrm>
            <a:off x="363610" y="1415643"/>
            <a:ext cx="11350624" cy="220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Tactile-First Design:</a:t>
            </a:r>
            <a:r>
              <a:rPr kumimoji="0" lang="en-US" altLang="en-US" sz="14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integrated a sight-independent home automation system using the universal six-dot Braille code as the primary control interface.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Architectural Resilience:</a:t>
            </a:r>
            <a:r>
              <a:rPr kumimoji="0" lang="en-US" altLang="en-US" sz="14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dual-ESP32 topology isolated sensitive input logic from high-voltage relay noise and maintained local functionality without external internet.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Unambiguous Feedback:</a:t>
            </a:r>
            <a:r>
              <a:rPr kumimoji="0" lang="en-US" altLang="en-US" sz="14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structured five-pattern audio-haptic encoding scheme provided real-time system confirmation without needing visual displays.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Reliable Safety:</a:t>
            </a:r>
            <a:r>
              <a:rPr kumimoji="0" lang="en-US" altLang="en-US" sz="14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dual-sensor "AND" logic for fire detection effectively eliminated single-sensor false positives caused by sunlight or artificial light.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Verified Emergency Response:</a:t>
            </a:r>
            <a:r>
              <a:rPr kumimoji="0" lang="en-US" altLang="en-US" sz="14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"human-in-the-loop" protocol ensured that caregiver notifications represent only user-verified emergencies, reducing alert fatigue.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8449FB5C-8701-AE57-5A6A-EBD39D638032}"/>
              </a:ext>
            </a:extLst>
          </p:cNvPr>
          <p:cNvSpPr>
            <a:spLocks noChangeArrowheads="1"/>
          </p:cNvSpPr>
          <p:nvPr/>
        </p:nvSpPr>
        <p:spPr bwMode="auto">
          <a:xfrm>
            <a:off x="436562" y="4352431"/>
            <a:ext cx="1066046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Compact Wearable Architecture:</a:t>
            </a:r>
            <a:r>
              <a:rPr kumimoji="0" lang="en-US" altLang="en-US" sz="14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Evolving the system into a miniaturized, wearable form factor to enhance portability, ergonomics, and ease of use in mobile environments.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Braille-to-Voice Integration:</a:t>
            </a:r>
            <a:r>
              <a:rPr kumimoji="0" lang="en-US" altLang="en-US" sz="14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Implementing new auditory features to convert Braille input into spoken output, facilitating more effective interaction for a wider range of users.</a:t>
            </a:r>
          </a:p>
        </p:txBody>
      </p:sp>
    </p:spTree>
    <p:extLst>
      <p:ext uri="{BB962C8B-B14F-4D97-AF65-F5344CB8AC3E}">
        <p14:creationId xmlns:p14="http://schemas.microsoft.com/office/powerpoint/2010/main" val="288117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794"/>
            <a:ext cx="4572000" cy="6858000"/>
          </a:xfrm>
          <a:prstGeom prst="rect">
            <a:avLst/>
          </a:prstGeom>
        </p:spPr>
      </p:pic>
      <p:sp>
        <p:nvSpPr>
          <p:cNvPr id="3" name="Text 0"/>
          <p:cNvSpPr/>
          <p:nvPr/>
        </p:nvSpPr>
        <p:spPr>
          <a:xfrm>
            <a:off x="2880515" y="1651794"/>
            <a:ext cx="1858970" cy="496193"/>
          </a:xfrm>
          <a:prstGeom prst="rect">
            <a:avLst/>
          </a:prstGeom>
          <a:noFill/>
          <a:ln/>
        </p:spPr>
        <p:txBody>
          <a:bodyPr wrap="none" lIns="0" tIns="0" rIns="0" bIns="0" rtlCol="0" anchor="t"/>
          <a:lstStyle/>
          <a:p>
            <a:pPr>
              <a:lnSpc>
                <a:spcPts val="3875"/>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References</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5" name="Text 2"/>
          <p:cNvSpPr/>
          <p:nvPr/>
        </p:nvSpPr>
        <p:spPr>
          <a:xfrm>
            <a:off x="661492" y="2397919"/>
            <a:ext cx="6841278" cy="604838"/>
          </a:xfrm>
          <a:prstGeom prst="rect">
            <a:avLst/>
          </a:prstGeom>
          <a:noFill/>
          <a:ln/>
        </p:spPr>
        <p:txBody>
          <a:bodyPr wrap="square" lIns="0" tIns="0" rIns="0" bIns="0" rtlCol="0" anchor="t"/>
          <a:lstStyle/>
          <a:p>
            <a:pPr marL="285739" indent="-285739">
              <a:lnSpc>
                <a:spcPts val="2375"/>
              </a:lnSpc>
              <a:buSzPct val="10000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Serhat </a:t>
            </a:r>
            <a:r>
              <a:rPr lang="en-US" sz="1917" dirty="0" err="1">
                <a:solidFill>
                  <a:srgbClr val="272525"/>
                </a:solidFill>
                <a:latin typeface="Times New Roman" panose="02020603050405020304" pitchFamily="18" charset="0"/>
                <a:ea typeface="Inter" pitchFamily="34" charset="-122"/>
                <a:cs typeface="Times New Roman" panose="02020603050405020304" pitchFamily="18" charset="0"/>
              </a:rPr>
              <a:t>Küçükdermenci</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“Raspberry Pi Based Braille Keyboard Design With Audio Output,” ICMAR 2023</a:t>
            </a:r>
            <a:endParaRPr lang="en-US" sz="1917" dirty="0">
              <a:latin typeface="Times New Roman" panose="02020603050405020304" pitchFamily="18" charset="0"/>
              <a:cs typeface="Times New Roman" panose="02020603050405020304" pitchFamily="18" charset="0"/>
            </a:endParaRPr>
          </a:p>
        </p:txBody>
      </p:sp>
      <p:sp>
        <p:nvSpPr>
          <p:cNvPr id="6" name="Text 3"/>
          <p:cNvSpPr/>
          <p:nvPr/>
        </p:nvSpPr>
        <p:spPr>
          <a:xfrm>
            <a:off x="661492" y="3068837"/>
            <a:ext cx="6841278" cy="604838"/>
          </a:xfrm>
          <a:prstGeom prst="rect">
            <a:avLst/>
          </a:prstGeom>
          <a:noFill/>
          <a:ln/>
        </p:spPr>
        <p:txBody>
          <a:bodyPr wrap="square" lIns="0" tIns="0" rIns="0" bIns="0" rtlCol="0" anchor="t"/>
          <a:lstStyle/>
          <a:p>
            <a:pPr marL="285739" indent="-285739">
              <a:lnSpc>
                <a:spcPts val="2375"/>
              </a:lnSpc>
              <a:buSzPct val="10000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Nabil </a:t>
            </a:r>
            <a:r>
              <a:rPr lang="en-US" sz="1917" dirty="0" err="1">
                <a:solidFill>
                  <a:srgbClr val="272525"/>
                </a:solidFill>
                <a:latin typeface="Times New Roman" panose="02020603050405020304" pitchFamily="18" charset="0"/>
                <a:ea typeface="Inter" pitchFamily="34" charset="-122"/>
                <a:cs typeface="Times New Roman" panose="02020603050405020304" pitchFamily="18" charset="0"/>
              </a:rPr>
              <a:t>Litayem</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“Scalable Smart Home Management With ESP32-S3: A Low-cost Solution For Accessible Home Automation,” ICCA 2024</a:t>
            </a:r>
            <a:endParaRPr lang="en-US" sz="1917" dirty="0">
              <a:latin typeface="Times New Roman" panose="02020603050405020304" pitchFamily="18" charset="0"/>
              <a:cs typeface="Times New Roman" panose="02020603050405020304" pitchFamily="18" charset="0"/>
            </a:endParaRPr>
          </a:p>
        </p:txBody>
      </p:sp>
      <p:sp>
        <p:nvSpPr>
          <p:cNvPr id="7" name="Text 4"/>
          <p:cNvSpPr/>
          <p:nvPr/>
        </p:nvSpPr>
        <p:spPr>
          <a:xfrm>
            <a:off x="661492" y="3925369"/>
            <a:ext cx="6841278" cy="1468041"/>
          </a:xfrm>
          <a:prstGeom prst="rect">
            <a:avLst/>
          </a:prstGeom>
          <a:noFill/>
          <a:ln/>
        </p:spPr>
        <p:txBody>
          <a:bodyPr wrap="square" lIns="0" tIns="0" rIns="0" bIns="0" rtlCol="0" anchor="t"/>
          <a:lstStyle/>
          <a:p>
            <a:pPr marL="285739" indent="-285739">
              <a:lnSpc>
                <a:spcPts val="2375"/>
              </a:lnSpc>
              <a:buSzPct val="10000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T. V. Lakshmanan, “Assistive </a:t>
            </a:r>
            <a:r>
              <a:rPr lang="en-US" sz="1917" dirty="0" err="1">
                <a:solidFill>
                  <a:srgbClr val="272525"/>
                </a:solidFill>
                <a:latin typeface="Times New Roman" panose="02020603050405020304" pitchFamily="18" charset="0"/>
                <a:ea typeface="Inter" pitchFamily="34" charset="-122"/>
                <a:cs typeface="Times New Roman" panose="02020603050405020304" pitchFamily="18" charset="0"/>
              </a:rPr>
              <a:t>Iot</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Technologies For The Differently-abled,” IEEE Access, 2022</a:t>
            </a:r>
          </a:p>
          <a:p>
            <a:pPr marL="285739" indent="-285739">
              <a:lnSpc>
                <a:spcPts val="2375"/>
              </a:lnSpc>
              <a:buSzPct val="10000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AP/STA communication between esp32s “https://youtu.be/2z7Ow4PjJRc?si=FlW6IwR_eVhzwoQw”</a:t>
            </a:r>
          </a:p>
          <a:p>
            <a:pPr marL="285739" indent="-285739">
              <a:lnSpc>
                <a:spcPts val="2375"/>
              </a:lnSpc>
              <a:buSzPct val="100000"/>
              <a:buChar char="•"/>
            </a:pPr>
            <a:r>
              <a:rPr lang="en-US" sz="1917" dirty="0">
                <a:latin typeface="Times New Roman" panose="02020603050405020304" pitchFamily="18" charset="0"/>
                <a:cs typeface="Times New Roman" panose="02020603050405020304" pitchFamily="18" charset="0"/>
              </a:rPr>
              <a:t>ESP-now communication protocol for esp32 “https://youtu.be/xOLG-88Ld3A?si=BnvgO9c1dykmINd2”</a:t>
            </a:r>
          </a:p>
        </p:txBody>
      </p:sp>
      <p:sp>
        <p:nvSpPr>
          <p:cNvPr id="4" name="Shape 2">
            <a:extLst>
              <a:ext uri="{FF2B5EF4-FFF2-40B4-BE49-F238E27FC236}">
                <a16:creationId xmlns:a16="http://schemas.microsoft.com/office/drawing/2014/main" id="{CC2F25F9-D3C0-0A52-A50E-3927912829AE}"/>
              </a:ext>
            </a:extLst>
          </p:cNvPr>
          <p:cNvSpPr/>
          <p:nvPr/>
        </p:nvSpPr>
        <p:spPr>
          <a:xfrm flipV="1">
            <a:off x="401243" y="2152472"/>
            <a:ext cx="7101527" cy="45719"/>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9B3BE21-EBD6-9A14-3F59-722534BCB1FE}"/>
              </a:ext>
            </a:extLst>
          </p:cNvPr>
          <p:cNvSpPr/>
          <p:nvPr/>
        </p:nvSpPr>
        <p:spPr>
          <a:xfrm>
            <a:off x="4399436" y="301732"/>
            <a:ext cx="3113885" cy="496193"/>
          </a:xfrm>
          <a:prstGeom prst="rect">
            <a:avLst/>
          </a:prstGeom>
          <a:noFill/>
          <a:ln/>
        </p:spPr>
        <p:txBody>
          <a:bodyPr wrap="none" lIns="0" tIns="0" rIns="0" bIns="0" rtlCol="0" anchor="t"/>
          <a:lstStyle/>
          <a:p>
            <a:pPr>
              <a:lnSpc>
                <a:spcPts val="3875"/>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Paper Publication</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920E43-C93D-7EA4-788F-90295F0A9EB0}"/>
              </a:ext>
            </a:extLst>
          </p:cNvPr>
          <p:cNvSpPr txBox="1"/>
          <p:nvPr/>
        </p:nvSpPr>
        <p:spPr>
          <a:xfrm>
            <a:off x="1305561" y="1479637"/>
            <a:ext cx="6207760" cy="4733796"/>
          </a:xfrm>
          <a:prstGeom prst="rect">
            <a:avLst/>
          </a:prstGeom>
          <a:noFill/>
        </p:spPr>
        <p:txBody>
          <a:bodyPr wrap="square">
            <a:spAutoFit/>
          </a:bodyPr>
          <a:lstStyle/>
          <a:p>
            <a:pPr indent="457200" algn="just">
              <a:lnSpc>
                <a:spcPct val="150000"/>
              </a:lnSpc>
              <a:spcBef>
                <a:spcPts val="275"/>
              </a:spcBef>
              <a:spcAft>
                <a:spcPts val="55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project work has been published as a peer‑reviewed research paper in the IJERT journal. The paper explains the system architecture, experimental procedure, and performance results in an organized manner.</a:t>
            </a:r>
          </a:p>
          <a:p>
            <a:pPr indent="457200" algn="just">
              <a:lnSpc>
                <a:spcPct val="150000"/>
              </a:lnSpc>
              <a:spcBef>
                <a:spcPts val="275"/>
              </a:spcBef>
              <a:spcAft>
                <a:spcPts val="55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It contains numerical data, theoretical discussion, and verification of the results. The article can be accessed using the DOI link (https://doi.org/10.5281/zenodo.19185378), which gives a permanent and citable reference for the work. The QR code below takes the reader directly to the IJERT webpage where the paper is hosted, allowing quick access to the full text for study and citation.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Rounded Corners 8">
            <a:hlinkClick r:id="rId2"/>
            <a:extLst>
              <a:ext uri="{FF2B5EF4-FFF2-40B4-BE49-F238E27FC236}">
                <a16:creationId xmlns:a16="http://schemas.microsoft.com/office/drawing/2014/main" id="{36525091-08FC-DC49-A724-968B01742395}"/>
              </a:ext>
            </a:extLst>
          </p:cNvPr>
          <p:cNvSpPr/>
          <p:nvPr/>
        </p:nvSpPr>
        <p:spPr>
          <a:xfrm>
            <a:off x="8209280" y="2019007"/>
            <a:ext cx="2956560" cy="2821573"/>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Shape 2">
            <a:extLst>
              <a:ext uri="{FF2B5EF4-FFF2-40B4-BE49-F238E27FC236}">
                <a16:creationId xmlns:a16="http://schemas.microsoft.com/office/drawing/2014/main" id="{38F1D4C2-FD17-254F-8FD2-ABFE853D5EEE}"/>
              </a:ext>
            </a:extLst>
          </p:cNvPr>
          <p:cNvSpPr/>
          <p:nvPr/>
        </p:nvSpPr>
        <p:spPr>
          <a:xfrm>
            <a:off x="317500" y="873585"/>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Tree>
    <p:extLst>
      <p:ext uri="{BB962C8B-B14F-4D97-AF65-F5344CB8AC3E}">
        <p14:creationId xmlns:p14="http://schemas.microsoft.com/office/powerpoint/2010/main" val="1879639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860545D-0F9D-FD78-FB55-88DFC631B57B}"/>
              </a:ext>
            </a:extLst>
          </p:cNvPr>
          <p:cNvSpPr/>
          <p:nvPr/>
        </p:nvSpPr>
        <p:spPr>
          <a:xfrm>
            <a:off x="-1" y="794"/>
            <a:ext cx="9022547"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F2937"/>
              </a:gs>
              <a:gs pos="50000">
                <a:srgbClr val="374151"/>
              </a:gs>
              <a:gs pos="100000">
                <a:srgbClr val="1F2937"/>
              </a:gs>
            </a:gsLst>
            <a:lin ang="2700000" scaled="1"/>
          </a:gra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4" name="Oval 3">
            <a:extLst>
              <a:ext uri="{FF2B5EF4-FFF2-40B4-BE49-F238E27FC236}">
                <a16:creationId xmlns:a16="http://schemas.microsoft.com/office/drawing/2014/main" id="{D3F09FCE-1CC7-F6A4-BD66-B8A2C77F5648}"/>
              </a:ext>
            </a:extLst>
          </p:cNvPr>
          <p:cNvSpPr/>
          <p:nvPr/>
        </p:nvSpPr>
        <p:spPr>
          <a:xfrm>
            <a:off x="3703803" y="1787410"/>
            <a:ext cx="1114865" cy="103643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Shape 1">
            <a:extLst>
              <a:ext uri="{FF2B5EF4-FFF2-40B4-BE49-F238E27FC236}">
                <a16:creationId xmlns:a16="http://schemas.microsoft.com/office/drawing/2014/main" id="{B41A0F21-CEF7-E3A4-0B30-61CE01713A0F}"/>
              </a:ext>
            </a:extLst>
          </p:cNvPr>
          <p:cNvSpPr/>
          <p:nvPr/>
        </p:nvSpPr>
        <p:spPr>
          <a:xfrm>
            <a:off x="3939766" y="2018765"/>
            <a:ext cx="642938" cy="571500"/>
          </a:xfrm>
          <a:custGeom>
            <a:avLst/>
            <a:gdLst/>
            <a:ahLst/>
            <a:cxnLst/>
            <a:rect l="l" t="t" r="r" b="b"/>
            <a:pathLst>
              <a:path w="642938" h="571500">
                <a:moveTo>
                  <a:pt x="300149" y="59382"/>
                </a:moveTo>
                <a:lnTo>
                  <a:pt x="169999" y="204043"/>
                </a:lnTo>
                <a:cubicBezTo>
                  <a:pt x="164864" y="209736"/>
                  <a:pt x="165088" y="218554"/>
                  <a:pt x="170557" y="224024"/>
                </a:cubicBezTo>
                <a:cubicBezTo>
                  <a:pt x="204601" y="258068"/>
                  <a:pt x="259854" y="258068"/>
                  <a:pt x="293898" y="224024"/>
                </a:cubicBezTo>
                <a:lnTo>
                  <a:pt x="329394" y="188528"/>
                </a:lnTo>
                <a:cubicBezTo>
                  <a:pt x="334082" y="183840"/>
                  <a:pt x="339998" y="181273"/>
                  <a:pt x="346025" y="180826"/>
                </a:cubicBezTo>
                <a:cubicBezTo>
                  <a:pt x="353616" y="180156"/>
                  <a:pt x="361429" y="182724"/>
                  <a:pt x="367233" y="188528"/>
                </a:cubicBezTo>
                <a:lnTo>
                  <a:pt x="564356" y="383977"/>
                </a:lnTo>
                <a:lnTo>
                  <a:pt x="642938" y="321469"/>
                </a:lnTo>
                <a:lnTo>
                  <a:pt x="642938" y="0"/>
                </a:lnTo>
                <a:lnTo>
                  <a:pt x="517922" y="71438"/>
                </a:lnTo>
                <a:lnTo>
                  <a:pt x="491356" y="53690"/>
                </a:lnTo>
                <a:cubicBezTo>
                  <a:pt x="473720" y="41970"/>
                  <a:pt x="453070" y="35719"/>
                  <a:pt x="431862" y="35719"/>
                </a:cubicBezTo>
                <a:lnTo>
                  <a:pt x="353281" y="35719"/>
                </a:lnTo>
                <a:cubicBezTo>
                  <a:pt x="352053" y="35719"/>
                  <a:pt x="350713" y="35719"/>
                  <a:pt x="349486" y="35830"/>
                </a:cubicBezTo>
                <a:cubicBezTo>
                  <a:pt x="330622" y="36835"/>
                  <a:pt x="312874" y="45318"/>
                  <a:pt x="300149" y="59382"/>
                </a:cubicBezTo>
                <a:close/>
                <a:moveTo>
                  <a:pt x="130150" y="168213"/>
                </a:moveTo>
                <a:lnTo>
                  <a:pt x="249362" y="35719"/>
                </a:lnTo>
                <a:lnTo>
                  <a:pt x="205160" y="35719"/>
                </a:lnTo>
                <a:cubicBezTo>
                  <a:pt x="176696" y="35719"/>
                  <a:pt x="149461" y="46992"/>
                  <a:pt x="129369" y="67084"/>
                </a:cubicBezTo>
                <a:lnTo>
                  <a:pt x="0" y="214313"/>
                </a:lnTo>
                <a:lnTo>
                  <a:pt x="0" y="607219"/>
                </a:lnTo>
                <a:lnTo>
                  <a:pt x="160734" y="455414"/>
                </a:lnTo>
                <a:lnTo>
                  <a:pt x="174575" y="466911"/>
                </a:lnTo>
                <a:cubicBezTo>
                  <a:pt x="200248" y="488342"/>
                  <a:pt x="232618" y="500063"/>
                  <a:pt x="265993" y="500063"/>
                </a:cubicBezTo>
                <a:lnTo>
                  <a:pt x="283518" y="500063"/>
                </a:lnTo>
                <a:lnTo>
                  <a:pt x="275704" y="492249"/>
                </a:lnTo>
                <a:cubicBezTo>
                  <a:pt x="265212" y="481757"/>
                  <a:pt x="265212" y="464790"/>
                  <a:pt x="275704" y="454409"/>
                </a:cubicBezTo>
                <a:cubicBezTo>
                  <a:pt x="286196" y="444029"/>
                  <a:pt x="303163" y="443917"/>
                  <a:pt x="313544" y="454409"/>
                </a:cubicBezTo>
                <a:lnTo>
                  <a:pt x="359308" y="500174"/>
                </a:lnTo>
                <a:lnTo>
                  <a:pt x="369354" y="500174"/>
                </a:lnTo>
                <a:cubicBezTo>
                  <a:pt x="390674" y="500174"/>
                  <a:pt x="411547" y="495374"/>
                  <a:pt x="430523" y="486445"/>
                </a:cubicBezTo>
                <a:lnTo>
                  <a:pt x="400720" y="456530"/>
                </a:lnTo>
                <a:cubicBezTo>
                  <a:pt x="390227" y="446038"/>
                  <a:pt x="390227" y="429071"/>
                  <a:pt x="400720" y="418691"/>
                </a:cubicBezTo>
                <a:cubicBezTo>
                  <a:pt x="411212" y="408310"/>
                  <a:pt x="428179" y="408198"/>
                  <a:pt x="438559" y="418691"/>
                </a:cubicBezTo>
                <a:lnTo>
                  <a:pt x="474278" y="454409"/>
                </a:lnTo>
                <a:lnTo>
                  <a:pt x="493812" y="434876"/>
                </a:lnTo>
                <a:cubicBezTo>
                  <a:pt x="503746" y="424942"/>
                  <a:pt x="506648" y="410542"/>
                  <a:pt x="502295" y="397929"/>
                </a:cubicBezTo>
                <a:lnTo>
                  <a:pt x="348369" y="245232"/>
                </a:lnTo>
                <a:lnTo>
                  <a:pt x="331738" y="261863"/>
                </a:lnTo>
                <a:cubicBezTo>
                  <a:pt x="276709" y="316892"/>
                  <a:pt x="187635" y="316892"/>
                  <a:pt x="132606" y="261863"/>
                </a:cubicBezTo>
                <a:cubicBezTo>
                  <a:pt x="106933" y="236190"/>
                  <a:pt x="105928" y="195002"/>
                  <a:pt x="130150" y="168101"/>
                </a:cubicBezTo>
                <a:close/>
              </a:path>
            </a:pathLst>
          </a:custGeom>
          <a:solidFill>
            <a:srgbClr val="8B0000"/>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6" name="Text 2">
            <a:extLst>
              <a:ext uri="{FF2B5EF4-FFF2-40B4-BE49-F238E27FC236}">
                <a16:creationId xmlns:a16="http://schemas.microsoft.com/office/drawing/2014/main" id="{2A6E14C8-573A-6E02-C3AE-25AE58185F69}"/>
              </a:ext>
            </a:extLst>
          </p:cNvPr>
          <p:cNvSpPr/>
          <p:nvPr/>
        </p:nvSpPr>
        <p:spPr>
          <a:xfrm>
            <a:off x="1881891" y="2881724"/>
            <a:ext cx="4762500" cy="57150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sz="4500" b="1" dirty="0">
                <a:solidFill>
                  <a:srgbClr val="FFFFFF"/>
                </a:solidFill>
                <a:latin typeface="Times New Roman" panose="02020603050405020304" pitchFamily="18" charset="0"/>
                <a:ea typeface="Sorts Mill Goudy" pitchFamily="34" charset="-122"/>
                <a:cs typeface="Times New Roman" panose="02020603050405020304" pitchFamily="18" charset="0"/>
              </a:rPr>
              <a:t>Thank You</a:t>
            </a:r>
            <a:endParaRPr lang="en-US" sz="1600" dirty="0">
              <a:latin typeface="Times New Roman" panose="02020603050405020304" pitchFamily="18" charset="0"/>
              <a:cs typeface="Times New Roman" panose="02020603050405020304" pitchFamily="18" charset="0"/>
            </a:endParaRPr>
          </a:p>
        </p:txBody>
      </p:sp>
      <p:sp>
        <p:nvSpPr>
          <p:cNvPr id="7" name="Shape 3">
            <a:extLst>
              <a:ext uri="{FF2B5EF4-FFF2-40B4-BE49-F238E27FC236}">
                <a16:creationId xmlns:a16="http://schemas.microsoft.com/office/drawing/2014/main" id="{AD911183-A2CF-3212-8BF2-85540B4AA02E}"/>
              </a:ext>
            </a:extLst>
          </p:cNvPr>
          <p:cNvSpPr/>
          <p:nvPr/>
        </p:nvSpPr>
        <p:spPr>
          <a:xfrm>
            <a:off x="3649491" y="3614556"/>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IN"/>
          </a:p>
        </p:txBody>
      </p:sp>
      <p:sp>
        <p:nvSpPr>
          <p:cNvPr id="8" name="Text 4">
            <a:extLst>
              <a:ext uri="{FF2B5EF4-FFF2-40B4-BE49-F238E27FC236}">
                <a16:creationId xmlns:a16="http://schemas.microsoft.com/office/drawing/2014/main" id="{CC9925C4-3D74-B752-E721-3B4F3BEA4A89}"/>
              </a:ext>
            </a:extLst>
          </p:cNvPr>
          <p:cNvSpPr/>
          <p:nvPr/>
        </p:nvSpPr>
        <p:spPr>
          <a:xfrm>
            <a:off x="1471930" y="3813988"/>
            <a:ext cx="5583374" cy="660925"/>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r>
              <a:rPr lang="en-US" sz="1800" dirty="0">
                <a:solidFill>
                  <a:srgbClr val="D1D5DC"/>
                </a:solidFill>
                <a:latin typeface="Times New Roman" panose="02020603050405020304" pitchFamily="18" charset="0"/>
                <a:ea typeface="Sorts Mill Goudy" pitchFamily="34" charset="-122"/>
                <a:cs typeface="Times New Roman" panose="02020603050405020304" pitchFamily="18" charset="0"/>
              </a:rPr>
              <a:t>Scan the QR codes given beside to access the source codes from GitHub repository owned by N. Manikanta Raghava</a:t>
            </a:r>
            <a:endParaRPr lang="en-US" sz="1600" dirty="0">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42CE41A9-DA69-CAD5-FD9A-0BFBA1C37427}"/>
              </a:ext>
            </a:extLst>
          </p:cNvPr>
          <p:cNvSpPr/>
          <p:nvPr/>
        </p:nvSpPr>
        <p:spPr>
          <a:xfrm>
            <a:off x="9242325" y="312566"/>
            <a:ext cx="2716614" cy="2902646"/>
          </a:xfrm>
          <a:prstGeom prst="roundRect">
            <a:avLst/>
          </a:prstGeom>
          <a:solidFill>
            <a:srgbClr val="4B54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Rounded Corners 24">
            <a:extLst>
              <a:ext uri="{FF2B5EF4-FFF2-40B4-BE49-F238E27FC236}">
                <a16:creationId xmlns:a16="http://schemas.microsoft.com/office/drawing/2014/main" id="{9C0B51DC-FE69-3FFA-B6B6-4705EFA7BE19}"/>
              </a:ext>
            </a:extLst>
          </p:cNvPr>
          <p:cNvSpPr/>
          <p:nvPr/>
        </p:nvSpPr>
        <p:spPr>
          <a:xfrm>
            <a:off x="9652652" y="751073"/>
            <a:ext cx="1913572" cy="1865834"/>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8" name="Rectangle: Rounded Corners 27">
            <a:extLst>
              <a:ext uri="{FF2B5EF4-FFF2-40B4-BE49-F238E27FC236}">
                <a16:creationId xmlns:a16="http://schemas.microsoft.com/office/drawing/2014/main" id="{D6B29248-E694-61E3-3695-FD26EAE1CA8B}"/>
              </a:ext>
            </a:extLst>
          </p:cNvPr>
          <p:cNvSpPr/>
          <p:nvPr/>
        </p:nvSpPr>
        <p:spPr>
          <a:xfrm>
            <a:off x="9251131" y="3704758"/>
            <a:ext cx="2716614" cy="2902646"/>
          </a:xfrm>
          <a:prstGeom prst="roundRect">
            <a:avLst/>
          </a:prstGeom>
          <a:solidFill>
            <a:srgbClr val="4B54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3B7D38F6-66F8-E70F-4CFB-EACD44937131}"/>
              </a:ext>
            </a:extLst>
          </p:cNvPr>
          <p:cNvSpPr/>
          <p:nvPr/>
        </p:nvSpPr>
        <p:spPr>
          <a:xfrm>
            <a:off x="9652652" y="4216230"/>
            <a:ext cx="1913572" cy="1865834"/>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29" name="TextBox 28">
            <a:extLst>
              <a:ext uri="{FF2B5EF4-FFF2-40B4-BE49-F238E27FC236}">
                <a16:creationId xmlns:a16="http://schemas.microsoft.com/office/drawing/2014/main" id="{B074B87C-9346-A97F-A4A3-9F049E324B92}"/>
              </a:ext>
            </a:extLst>
          </p:cNvPr>
          <p:cNvSpPr txBox="1"/>
          <p:nvPr/>
        </p:nvSpPr>
        <p:spPr>
          <a:xfrm>
            <a:off x="9453125" y="2673712"/>
            <a:ext cx="2364750"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Braille Keypad Module</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1A7A6752-F16E-84C0-6CB3-01184160C41E}"/>
              </a:ext>
            </a:extLst>
          </p:cNvPr>
          <p:cNvSpPr txBox="1"/>
          <p:nvPr/>
        </p:nvSpPr>
        <p:spPr>
          <a:xfrm>
            <a:off x="9312061" y="6138869"/>
            <a:ext cx="2646878"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Appliance Control Module</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8378"/>
      </p:ext>
    </p:extLst>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726</TotalTime>
  <Words>3573</Words>
  <Application>Microsoft Office PowerPoint</Application>
  <PresentationFormat>Custom</PresentationFormat>
  <Paragraphs>425</Paragraphs>
  <Slides>22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Calibri</vt:lpstr>
      <vt:lpstr>Arial</vt:lpstr>
      <vt:lpstr>Microsoft YaHei</vt: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Braille-Based IoT Home Automation - Technical Slides</dc:title>
  <dc:subject>Braille-Based IoT Home Automation - Technical Slides</dc:subject>
  <dc:creator>Kimi</dc:creator>
  <cp:lastModifiedBy>N SRINIVASRAO</cp:lastModifiedBy>
  <cp:revision>38</cp:revision>
  <cp:lastPrinted>2026-03-27T07:41:39Z</cp:lastPrinted>
  <dcterms:created xsi:type="dcterms:W3CDTF">2026-02-05T16:59:27Z</dcterms:created>
  <dcterms:modified xsi:type="dcterms:W3CDTF">2026-04-21T06:41:55Z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{"Label":"Braille-Based IoT Home Automation - Technical Slides","ContentProducer":"001191110108MACG2KBH8F10000","ProduceID":"19c2ebc4-7012-81a2-8000-00001bee9e3e","ReservedCode1":"","ContentPropagator":"001191110108MACG2KBH8F20000","PropagateID":"19c2ebc4-7012-81a2-8000-00001bee9e3e","ReservedCode2":""}</vt:lpwstr>
  </property>
</Properties>
</file>